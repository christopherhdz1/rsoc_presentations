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sldIdLst>
    <p:sldId id="256" r:id="rId2"/>
    <p:sldId id="258" r:id="rId3"/>
    <p:sldId id="259" r:id="rId4"/>
    <p:sldId id="261" r:id="rId5"/>
    <p:sldId id="262" r:id="rId6"/>
    <p:sldId id="263" r:id="rId7"/>
    <p:sldId id="264" r:id="rId8"/>
    <p:sldId id="265" r:id="rId9"/>
    <p:sldId id="266" r:id="rId10"/>
    <p:sldId id="267" r:id="rId11"/>
    <p:sldId id="268"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9F3B6D-A0C8-4F7C-7536-AF56F160CD72}" v="769" dt="2025-11-20T20:07:21.852"/>
    <p1510:client id="{C1BB544B-19F4-DBAC-ADCC-CD7B392452CE}" v="513" dt="2025-11-21T15:29:24.9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Hernandez" userId="S::christopher.hernandez@utrgv.edu::4ca601a6-6f67-4b42-aa2a-1a4a5d8f2fb6" providerId="AD" clId="Web-{AC9F3B6D-A0C8-4F7C-7536-AF56F160CD72}"/>
    <pc:docChg chg="addSld delSld modSld sldOrd addMainMaster delMainMaster">
      <pc:chgData name="Christopher Hernandez" userId="S::christopher.hernandez@utrgv.edu::4ca601a6-6f67-4b42-aa2a-1a4a5d8f2fb6" providerId="AD" clId="Web-{AC9F3B6D-A0C8-4F7C-7536-AF56F160CD72}" dt="2025-11-20T20:07:21.852" v="712"/>
      <pc:docMkLst>
        <pc:docMk/>
      </pc:docMkLst>
      <pc:sldChg chg="addSp delSp modSp mod setBg modClrScheme chgLayout">
        <pc:chgData name="Christopher Hernandez" userId="S::christopher.hernandez@utrgv.edu::4ca601a6-6f67-4b42-aa2a-1a4a5d8f2fb6" providerId="AD" clId="Web-{AC9F3B6D-A0C8-4F7C-7536-AF56F160CD72}" dt="2025-11-20T18:36:57.398" v="484" actId="20577"/>
        <pc:sldMkLst>
          <pc:docMk/>
          <pc:sldMk cId="109857222" sldId="256"/>
        </pc:sldMkLst>
        <pc:spChg chg="mod ord">
          <ac:chgData name="Christopher Hernandez" userId="S::christopher.hernandez@utrgv.edu::4ca601a6-6f67-4b42-aa2a-1a4a5d8f2fb6" providerId="AD" clId="Web-{AC9F3B6D-A0C8-4F7C-7536-AF56F160CD72}" dt="2025-11-20T18:36:53.992" v="483" actId="20577"/>
          <ac:spMkLst>
            <pc:docMk/>
            <pc:sldMk cId="109857222" sldId="256"/>
            <ac:spMk id="2" creationId="{00000000-0000-0000-0000-000000000000}"/>
          </ac:spMkLst>
        </pc:spChg>
        <pc:spChg chg="mod ord">
          <ac:chgData name="Christopher Hernandez" userId="S::christopher.hernandez@utrgv.edu::4ca601a6-6f67-4b42-aa2a-1a4a5d8f2fb6" providerId="AD" clId="Web-{AC9F3B6D-A0C8-4F7C-7536-AF56F160CD72}" dt="2025-11-20T18:36:57.398" v="484" actId="20577"/>
          <ac:spMkLst>
            <pc:docMk/>
            <pc:sldMk cId="109857222" sldId="256"/>
            <ac:spMk id="3" creationId="{00000000-0000-0000-0000-000000000000}"/>
          </ac:spMkLst>
        </pc:spChg>
        <pc:spChg chg="add del">
          <ac:chgData name="Christopher Hernandez" userId="S::christopher.hernandez@utrgv.edu::4ca601a6-6f67-4b42-aa2a-1a4a5d8f2fb6" providerId="AD" clId="Web-{AC9F3B6D-A0C8-4F7C-7536-AF56F160CD72}" dt="2025-11-20T17:57:03.519" v="74"/>
          <ac:spMkLst>
            <pc:docMk/>
            <pc:sldMk cId="109857222" sldId="256"/>
            <ac:spMk id="9" creationId="{E20BB609-EF92-42DB-836C-0699A590B5CF}"/>
          </ac:spMkLst>
        </pc:spChg>
        <pc:spChg chg="add del">
          <ac:chgData name="Christopher Hernandez" userId="S::christopher.hernandez@utrgv.edu::4ca601a6-6f67-4b42-aa2a-1a4a5d8f2fb6" providerId="AD" clId="Web-{AC9F3B6D-A0C8-4F7C-7536-AF56F160CD72}" dt="2025-11-20T17:57:03.519" v="74"/>
          <ac:spMkLst>
            <pc:docMk/>
            <pc:sldMk cId="109857222" sldId="256"/>
            <ac:spMk id="11" creationId="{40FA88D0-E295-4CF3-934C-6423EACEB025}"/>
          </ac:spMkLst>
        </pc:spChg>
        <pc:spChg chg="add del">
          <ac:chgData name="Christopher Hernandez" userId="S::christopher.hernandez@utrgv.edu::4ca601a6-6f67-4b42-aa2a-1a4a5d8f2fb6" providerId="AD" clId="Web-{AC9F3B6D-A0C8-4F7C-7536-AF56F160CD72}" dt="2025-11-20T17:57:03.472" v="73"/>
          <ac:spMkLst>
            <pc:docMk/>
            <pc:sldMk cId="109857222" sldId="256"/>
            <ac:spMk id="20" creationId="{35F60170-91B4-45F0-B88B-9C07AEC4642C}"/>
          </ac:spMkLst>
        </pc:spChg>
        <pc:spChg chg="add del">
          <ac:chgData name="Christopher Hernandez" userId="S::christopher.hernandez@utrgv.edu::4ca601a6-6f67-4b42-aa2a-1a4a5d8f2fb6" providerId="AD" clId="Web-{AC9F3B6D-A0C8-4F7C-7536-AF56F160CD72}" dt="2025-11-20T17:57:55.503" v="79"/>
          <ac:spMkLst>
            <pc:docMk/>
            <pc:sldMk cId="109857222" sldId="256"/>
            <ac:spMk id="27" creationId="{E20BB609-EF92-42DB-836C-0699A590B5CF}"/>
          </ac:spMkLst>
        </pc:spChg>
        <pc:spChg chg="add del">
          <ac:chgData name="Christopher Hernandez" userId="S::christopher.hernandez@utrgv.edu::4ca601a6-6f67-4b42-aa2a-1a4a5d8f2fb6" providerId="AD" clId="Web-{AC9F3B6D-A0C8-4F7C-7536-AF56F160CD72}" dt="2025-11-20T17:57:55.503" v="79"/>
          <ac:spMkLst>
            <pc:docMk/>
            <pc:sldMk cId="109857222" sldId="256"/>
            <ac:spMk id="28" creationId="{40FA88D0-E295-4CF3-934C-6423EACEB025}"/>
          </ac:spMkLst>
        </pc:spChg>
        <pc:spChg chg="add del">
          <ac:chgData name="Christopher Hernandez" userId="S::christopher.hernandez@utrgv.edu::4ca601a6-6f67-4b42-aa2a-1a4a5d8f2fb6" providerId="AD" clId="Web-{AC9F3B6D-A0C8-4F7C-7536-AF56F160CD72}" dt="2025-11-20T17:57:55.503" v="78"/>
          <ac:spMkLst>
            <pc:docMk/>
            <pc:sldMk cId="109857222" sldId="256"/>
            <ac:spMk id="34" creationId="{C7FE5201-BB98-480C-BADB-207C8F893897}"/>
          </ac:spMkLst>
        </pc:spChg>
        <pc:spChg chg="add del">
          <ac:chgData name="Christopher Hernandez" userId="S::christopher.hernandez@utrgv.edu::4ca601a6-6f67-4b42-aa2a-1a4a5d8f2fb6" providerId="AD" clId="Web-{AC9F3B6D-A0C8-4F7C-7536-AF56F160CD72}" dt="2025-11-20T17:58:04.316" v="81"/>
          <ac:spMkLst>
            <pc:docMk/>
            <pc:sldMk cId="109857222" sldId="256"/>
            <ac:spMk id="42" creationId="{E20BB609-EF92-42DB-836C-0699A590B5CF}"/>
          </ac:spMkLst>
        </pc:spChg>
        <pc:spChg chg="add del">
          <ac:chgData name="Christopher Hernandez" userId="S::christopher.hernandez@utrgv.edu::4ca601a6-6f67-4b42-aa2a-1a4a5d8f2fb6" providerId="AD" clId="Web-{AC9F3B6D-A0C8-4F7C-7536-AF56F160CD72}" dt="2025-11-20T17:58:04.316" v="81"/>
          <ac:spMkLst>
            <pc:docMk/>
            <pc:sldMk cId="109857222" sldId="256"/>
            <ac:spMk id="43" creationId="{8F716CC0-CAC9-43AB-ADE5-2D88EAF32984}"/>
          </ac:spMkLst>
        </pc:spChg>
        <pc:spChg chg="add del">
          <ac:chgData name="Christopher Hernandez" userId="S::christopher.hernandez@utrgv.edu::4ca601a6-6f67-4b42-aa2a-1a4a5d8f2fb6" providerId="AD" clId="Web-{AC9F3B6D-A0C8-4F7C-7536-AF56F160CD72}" dt="2025-11-20T18:00:51.366" v="104"/>
          <ac:spMkLst>
            <pc:docMk/>
            <pc:sldMk cId="109857222" sldId="256"/>
            <ac:spMk id="50" creationId="{35F60170-91B4-45F0-B88B-9C07AEC4642C}"/>
          </ac:spMkLst>
        </pc:spChg>
        <pc:spChg chg="add">
          <ac:chgData name="Christopher Hernandez" userId="S::christopher.hernandez@utrgv.edu::4ca601a6-6f67-4b42-aa2a-1a4a5d8f2fb6" providerId="AD" clId="Web-{AC9F3B6D-A0C8-4F7C-7536-AF56F160CD72}" dt="2025-11-20T18:00:51.366" v="104"/>
          <ac:spMkLst>
            <pc:docMk/>
            <pc:sldMk cId="109857222" sldId="256"/>
            <ac:spMk id="59" creationId="{E20BB609-EF92-42DB-836C-0699A590B5CF}"/>
          </ac:spMkLst>
        </pc:spChg>
        <pc:spChg chg="add">
          <ac:chgData name="Christopher Hernandez" userId="S::christopher.hernandez@utrgv.edu::4ca601a6-6f67-4b42-aa2a-1a4a5d8f2fb6" providerId="AD" clId="Web-{AC9F3B6D-A0C8-4F7C-7536-AF56F160CD72}" dt="2025-11-20T18:00:51.366" v="104"/>
          <ac:spMkLst>
            <pc:docMk/>
            <pc:sldMk cId="109857222" sldId="256"/>
            <ac:spMk id="61" creationId="{40FA88D0-E295-4CF3-934C-6423EACEB025}"/>
          </ac:spMkLst>
        </pc:spChg>
        <pc:picChg chg="add mod ord">
          <ac:chgData name="Christopher Hernandez" userId="S::christopher.hernandez@utrgv.edu::4ca601a6-6f67-4b42-aa2a-1a4a5d8f2fb6" providerId="AD" clId="Web-{AC9F3B6D-A0C8-4F7C-7536-AF56F160CD72}" dt="2025-11-20T18:00:51.366" v="104"/>
          <ac:picMkLst>
            <pc:docMk/>
            <pc:sldMk cId="109857222" sldId="256"/>
            <ac:picMk id="4" creationId="{DD92C841-9217-6A6B-81D3-32A979081636}"/>
          </ac:picMkLst>
        </pc:picChg>
        <pc:picChg chg="add mod ord">
          <ac:chgData name="Christopher Hernandez" userId="S::christopher.hernandez@utrgv.edu::4ca601a6-6f67-4b42-aa2a-1a4a5d8f2fb6" providerId="AD" clId="Web-{AC9F3B6D-A0C8-4F7C-7536-AF56F160CD72}" dt="2025-11-20T18:00:51.366" v="104"/>
          <ac:picMkLst>
            <pc:docMk/>
            <pc:sldMk cId="109857222" sldId="256"/>
            <ac:picMk id="5" creationId="{2D44A1A3-22D3-06E7-D7A0-75E8F1ED2B9A}"/>
          </ac:picMkLst>
        </pc:picChg>
        <pc:cxnChg chg="add del">
          <ac:chgData name="Christopher Hernandez" userId="S::christopher.hernandez@utrgv.edu::4ca601a6-6f67-4b42-aa2a-1a4a5d8f2fb6" providerId="AD" clId="Web-{AC9F3B6D-A0C8-4F7C-7536-AF56F160CD72}" dt="2025-11-20T17:57:03.472" v="73"/>
          <ac:cxnSpMkLst>
            <pc:docMk/>
            <pc:sldMk cId="109857222" sldId="256"/>
            <ac:cxnSpMk id="13" creationId="{8F4E56A8-93D5-4BE3-AE61-84677331AD07}"/>
          </ac:cxnSpMkLst>
        </pc:cxnChg>
        <pc:cxnChg chg="add del">
          <ac:chgData name="Christopher Hernandez" userId="S::christopher.hernandez@utrgv.edu::4ca601a6-6f67-4b42-aa2a-1a4a5d8f2fb6" providerId="AD" clId="Web-{AC9F3B6D-A0C8-4F7C-7536-AF56F160CD72}" dt="2025-11-20T17:57:03.519" v="74"/>
          <ac:cxnSpMkLst>
            <pc:docMk/>
            <pc:sldMk cId="109857222" sldId="256"/>
            <ac:cxnSpMk id="15" creationId="{BD492A0C-1773-477B-83B5-C707CB057709}"/>
          </ac:cxnSpMkLst>
        </pc:cxnChg>
        <pc:cxnChg chg="add del">
          <ac:chgData name="Christopher Hernandez" userId="S::christopher.hernandez@utrgv.edu::4ca601a6-6f67-4b42-aa2a-1a4a5d8f2fb6" providerId="AD" clId="Web-{AC9F3B6D-A0C8-4F7C-7536-AF56F160CD72}" dt="2025-11-20T17:57:03.472" v="73"/>
          <ac:cxnSpMkLst>
            <pc:docMk/>
            <pc:sldMk cId="109857222" sldId="256"/>
            <ac:cxnSpMk id="22" creationId="{29BB2D8B-A2F5-4B40-9848-BCBFDE9DA355}"/>
          </ac:cxnSpMkLst>
        </pc:cxnChg>
        <pc:cxnChg chg="add del">
          <ac:chgData name="Christopher Hernandez" userId="S::christopher.hernandez@utrgv.edu::4ca601a6-6f67-4b42-aa2a-1a4a5d8f2fb6" providerId="AD" clId="Web-{AC9F3B6D-A0C8-4F7C-7536-AF56F160CD72}" dt="2025-11-20T17:57:55.503" v="79"/>
          <ac:cxnSpMkLst>
            <pc:docMk/>
            <pc:sldMk cId="109857222" sldId="256"/>
            <ac:cxnSpMk id="26" creationId="{BD492A0C-1773-477B-83B5-C707CB057709}"/>
          </ac:cxnSpMkLst>
        </pc:cxnChg>
        <pc:cxnChg chg="add del">
          <ac:chgData name="Christopher Hernandez" userId="S::christopher.hernandez@utrgv.edu::4ca601a6-6f67-4b42-aa2a-1a4a5d8f2fb6" providerId="AD" clId="Web-{AC9F3B6D-A0C8-4F7C-7536-AF56F160CD72}" dt="2025-11-20T17:57:55.503" v="79"/>
          <ac:cxnSpMkLst>
            <pc:docMk/>
            <pc:sldMk cId="109857222" sldId="256"/>
            <ac:cxnSpMk id="29" creationId="{8F4E56A8-93D5-4BE3-AE61-84677331AD07}"/>
          </ac:cxnSpMkLst>
        </pc:cxnChg>
        <pc:cxnChg chg="add del">
          <ac:chgData name="Christopher Hernandez" userId="S::christopher.hernandez@utrgv.edu::4ca601a6-6f67-4b42-aa2a-1a4a5d8f2fb6" providerId="AD" clId="Web-{AC9F3B6D-A0C8-4F7C-7536-AF56F160CD72}" dt="2025-11-20T17:57:55.503" v="78"/>
          <ac:cxnSpMkLst>
            <pc:docMk/>
            <pc:sldMk cId="109857222" sldId="256"/>
            <ac:cxnSpMk id="36" creationId="{26E2CF54-DDE2-42D2-9956-401750E57FB7}"/>
          </ac:cxnSpMkLst>
        </pc:cxnChg>
        <pc:cxnChg chg="del">
          <ac:chgData name="Christopher Hernandez" userId="S::christopher.hernandez@utrgv.edu::4ca601a6-6f67-4b42-aa2a-1a4a5d8f2fb6" providerId="AD" clId="Web-{AC9F3B6D-A0C8-4F7C-7536-AF56F160CD72}" dt="2025-11-20T17:58:04.316" v="81"/>
          <ac:cxnSpMkLst>
            <pc:docMk/>
            <pc:sldMk cId="109857222" sldId="256"/>
            <ac:cxnSpMk id="44" creationId="{8F4E56A8-93D5-4BE3-AE61-84677331AD07}"/>
          </ac:cxnSpMkLst>
        </pc:cxnChg>
        <pc:cxnChg chg="add del">
          <ac:chgData name="Christopher Hernandez" userId="S::christopher.hernandez@utrgv.edu::4ca601a6-6f67-4b42-aa2a-1a4a5d8f2fb6" providerId="AD" clId="Web-{AC9F3B6D-A0C8-4F7C-7536-AF56F160CD72}" dt="2025-11-20T18:00:51.366" v="104"/>
          <ac:cxnSpMkLst>
            <pc:docMk/>
            <pc:sldMk cId="109857222" sldId="256"/>
            <ac:cxnSpMk id="52" creationId="{29BB2D8B-A2F5-4B40-9848-BCBFDE9DA355}"/>
          </ac:cxnSpMkLst>
        </pc:cxnChg>
        <pc:cxnChg chg="add del">
          <ac:chgData name="Christopher Hernandez" userId="S::christopher.hernandez@utrgv.edu::4ca601a6-6f67-4b42-aa2a-1a4a5d8f2fb6" providerId="AD" clId="Web-{AC9F3B6D-A0C8-4F7C-7536-AF56F160CD72}" dt="2025-11-20T18:00:51.366" v="104"/>
          <ac:cxnSpMkLst>
            <pc:docMk/>
            <pc:sldMk cId="109857222" sldId="256"/>
            <ac:cxnSpMk id="54" creationId="{2D54F2D9-DD47-44BE-96E6-A784EB267289}"/>
          </ac:cxnSpMkLst>
        </pc:cxnChg>
        <pc:cxnChg chg="add">
          <ac:chgData name="Christopher Hernandez" userId="S::christopher.hernandez@utrgv.edu::4ca601a6-6f67-4b42-aa2a-1a4a5d8f2fb6" providerId="AD" clId="Web-{AC9F3B6D-A0C8-4F7C-7536-AF56F160CD72}" dt="2025-11-20T18:00:51.366" v="104"/>
          <ac:cxnSpMkLst>
            <pc:docMk/>
            <pc:sldMk cId="109857222" sldId="256"/>
            <ac:cxnSpMk id="63" creationId="{8F4E56A8-93D5-4BE3-AE61-84677331AD07}"/>
          </ac:cxnSpMkLst>
        </pc:cxnChg>
      </pc:sldChg>
      <pc:sldChg chg="add del replId">
        <pc:chgData name="Christopher Hernandez" userId="S::christopher.hernandez@utrgv.edu::4ca601a6-6f67-4b42-aa2a-1a4a5d8f2fb6" providerId="AD" clId="Web-{AC9F3B6D-A0C8-4F7C-7536-AF56F160CD72}" dt="2025-11-20T17:50:55.018" v="3"/>
        <pc:sldMkLst>
          <pc:docMk/>
          <pc:sldMk cId="3653720453" sldId="257"/>
        </pc:sldMkLst>
      </pc:sldChg>
      <pc:sldChg chg="addSp delSp modSp new mod setBg">
        <pc:chgData name="Christopher Hernandez" userId="S::christopher.hernandez@utrgv.edu::4ca601a6-6f67-4b42-aa2a-1a4a5d8f2fb6" providerId="AD" clId="Web-{AC9F3B6D-A0C8-4F7C-7536-AF56F160CD72}" dt="2025-11-20T18:36:43.070" v="482" actId="20577"/>
        <pc:sldMkLst>
          <pc:docMk/>
          <pc:sldMk cId="3490726110" sldId="258"/>
        </pc:sldMkLst>
        <pc:spChg chg="mod">
          <ac:chgData name="Christopher Hernandez" userId="S::christopher.hernandez@utrgv.edu::4ca601a6-6f67-4b42-aa2a-1a4a5d8f2fb6" providerId="AD" clId="Web-{AC9F3B6D-A0C8-4F7C-7536-AF56F160CD72}" dt="2025-11-20T18:36:43.070" v="482" actId="20577"/>
          <ac:spMkLst>
            <pc:docMk/>
            <pc:sldMk cId="3490726110" sldId="258"/>
            <ac:spMk id="2" creationId="{C7036283-7A89-3064-1C16-AF6939416F45}"/>
          </ac:spMkLst>
        </pc:spChg>
        <pc:spChg chg="mod">
          <ac:chgData name="Christopher Hernandez" userId="S::christopher.hernandez@utrgv.edu::4ca601a6-6f67-4b42-aa2a-1a4a5d8f2fb6" providerId="AD" clId="Web-{AC9F3B6D-A0C8-4F7C-7536-AF56F160CD72}" dt="2025-11-20T18:01:29.820" v="106" actId="20577"/>
          <ac:spMkLst>
            <pc:docMk/>
            <pc:sldMk cId="3490726110" sldId="258"/>
            <ac:spMk id="3" creationId="{0097E49A-3784-CB69-0C33-94C9AD227891}"/>
          </ac:spMkLst>
        </pc:spChg>
        <pc:spChg chg="del mod">
          <ac:chgData name="Christopher Hernandez" userId="S::christopher.hernandez@utrgv.edu::4ca601a6-6f67-4b42-aa2a-1a4a5d8f2fb6" providerId="AD" clId="Web-{AC9F3B6D-A0C8-4F7C-7536-AF56F160CD72}" dt="2025-11-20T18:00:05.567" v="96"/>
          <ac:spMkLst>
            <pc:docMk/>
            <pc:sldMk cId="3490726110" sldId="258"/>
            <ac:spMk id="4" creationId="{11E21983-24C1-1CC9-316C-CCB198F187D0}"/>
          </ac:spMkLst>
        </pc:spChg>
        <pc:spChg chg="add mod">
          <ac:chgData name="Christopher Hernandez" userId="S::christopher.hernandez@utrgv.edu::4ca601a6-6f67-4b42-aa2a-1a4a5d8f2fb6" providerId="AD" clId="Web-{AC9F3B6D-A0C8-4F7C-7536-AF56F160CD72}" dt="2025-11-20T18:00:13.865" v="101" actId="14100"/>
          <ac:spMkLst>
            <pc:docMk/>
            <pc:sldMk cId="3490726110" sldId="258"/>
            <ac:spMk id="6" creationId="{33217371-8F03-A4D0-5154-A67E219CD81A}"/>
          </ac:spMkLst>
        </pc:spChg>
        <pc:picChg chg="add mod ord">
          <ac:chgData name="Christopher Hernandez" userId="S::christopher.hernandez@utrgv.edu::4ca601a6-6f67-4b42-aa2a-1a4a5d8f2fb6" providerId="AD" clId="Web-{AC9F3B6D-A0C8-4F7C-7536-AF56F160CD72}" dt="2025-11-20T18:01:37.523" v="108" actId="1076"/>
          <ac:picMkLst>
            <pc:docMk/>
            <pc:sldMk cId="3490726110" sldId="258"/>
            <ac:picMk id="5" creationId="{2F5684AD-E016-3D4D-3A48-66E77494B5B7}"/>
          </ac:picMkLst>
        </pc:picChg>
      </pc:sldChg>
      <pc:sldChg chg="addSp delSp modSp new mod setBg">
        <pc:chgData name="Christopher Hernandez" userId="S::christopher.hernandez@utrgv.edu::4ca601a6-6f67-4b42-aa2a-1a4a5d8f2fb6" providerId="AD" clId="Web-{AC9F3B6D-A0C8-4F7C-7536-AF56F160CD72}" dt="2025-11-20T18:27:13.134" v="376" actId="20577"/>
        <pc:sldMkLst>
          <pc:docMk/>
          <pc:sldMk cId="315730143" sldId="259"/>
        </pc:sldMkLst>
        <pc:spChg chg="add del">
          <ac:chgData name="Christopher Hernandez" userId="S::christopher.hernandez@utrgv.edu::4ca601a6-6f67-4b42-aa2a-1a4a5d8f2fb6" providerId="AD" clId="Web-{AC9F3B6D-A0C8-4F7C-7536-AF56F160CD72}" dt="2025-11-20T18:04:07.681" v="136"/>
          <ac:spMkLst>
            <pc:docMk/>
            <pc:sldMk cId="315730143" sldId="259"/>
            <ac:spMk id="2" creationId="{49E6D856-F5A3-F05B-D2BA-32B86CC412BC}"/>
          </ac:spMkLst>
        </pc:spChg>
        <pc:spChg chg="add del">
          <ac:chgData name="Christopher Hernandez" userId="S::christopher.hernandez@utrgv.edu::4ca601a6-6f67-4b42-aa2a-1a4a5d8f2fb6" providerId="AD" clId="Web-{AC9F3B6D-A0C8-4F7C-7536-AF56F160CD72}" dt="2025-11-20T18:04:20.728" v="138"/>
          <ac:spMkLst>
            <pc:docMk/>
            <pc:sldMk cId="315730143" sldId="259"/>
            <ac:spMk id="3" creationId="{2761C5B4-666B-96FB-BF83-BCD887FA3D2A}"/>
          </ac:spMkLst>
        </pc:spChg>
        <pc:spChg chg="add del mod">
          <ac:chgData name="Christopher Hernandez" userId="S::christopher.hernandez@utrgv.edu::4ca601a6-6f67-4b42-aa2a-1a4a5d8f2fb6" providerId="AD" clId="Web-{AC9F3B6D-A0C8-4F7C-7536-AF56F160CD72}" dt="2025-11-20T18:04:28.854" v="141"/>
          <ac:spMkLst>
            <pc:docMk/>
            <pc:sldMk cId="315730143" sldId="259"/>
            <ac:spMk id="4" creationId="{CC7BD094-9532-8893-85B1-E737BC3CDD52}"/>
          </ac:spMkLst>
        </pc:spChg>
        <pc:spChg chg="add mod">
          <ac:chgData name="Christopher Hernandez" userId="S::christopher.hernandez@utrgv.edu::4ca601a6-6f67-4b42-aa2a-1a4a5d8f2fb6" providerId="AD" clId="Web-{AC9F3B6D-A0C8-4F7C-7536-AF56F160CD72}" dt="2025-11-20T18:27:13.134" v="376" actId="20577"/>
          <ac:spMkLst>
            <pc:docMk/>
            <pc:sldMk cId="315730143" sldId="259"/>
            <ac:spMk id="5" creationId="{B9D69E35-A2CD-C1D6-E49A-DE2E410F1632}"/>
          </ac:spMkLst>
        </pc:spChg>
        <pc:spChg chg="add del mod">
          <ac:chgData name="Christopher Hernandez" userId="S::christopher.hernandez@utrgv.edu::4ca601a6-6f67-4b42-aa2a-1a4a5d8f2fb6" providerId="AD" clId="Web-{AC9F3B6D-A0C8-4F7C-7536-AF56F160CD72}" dt="2025-11-20T18:08:06.811" v="204"/>
          <ac:spMkLst>
            <pc:docMk/>
            <pc:sldMk cId="315730143" sldId="259"/>
            <ac:spMk id="7" creationId="{282BF7A7-86A6-EF68-EAEE-546E043135CA}"/>
          </ac:spMkLst>
        </pc:spChg>
        <pc:spChg chg="add mod">
          <ac:chgData name="Christopher Hernandez" userId="S::christopher.hernandez@utrgv.edu::4ca601a6-6f67-4b42-aa2a-1a4a5d8f2fb6" providerId="AD" clId="Web-{AC9F3B6D-A0C8-4F7C-7536-AF56F160CD72}" dt="2025-11-20T18:14:56.393" v="269" actId="1076"/>
          <ac:spMkLst>
            <pc:docMk/>
            <pc:sldMk cId="315730143" sldId="259"/>
            <ac:spMk id="9" creationId="{FA330123-6BF4-EC7C-944F-8F71F21CA1D3}"/>
          </ac:spMkLst>
        </pc:spChg>
        <pc:spChg chg="add del">
          <ac:chgData name="Christopher Hernandez" userId="S::christopher.hernandez@utrgv.edu::4ca601a6-6f67-4b42-aa2a-1a4a5d8f2fb6" providerId="AD" clId="Web-{AC9F3B6D-A0C8-4F7C-7536-AF56F160CD72}" dt="2025-11-20T18:12:16.015" v="223"/>
          <ac:spMkLst>
            <pc:docMk/>
            <pc:sldMk cId="315730143" sldId="259"/>
            <ac:spMk id="10" creationId="{093F704C-0C6C-79E4-6FA3-0EC98C6A1065}"/>
          </ac:spMkLst>
        </pc:spChg>
        <pc:spChg chg="add mod">
          <ac:chgData name="Christopher Hernandez" userId="S::christopher.hernandez@utrgv.edu::4ca601a6-6f67-4b42-aa2a-1a4a5d8f2fb6" providerId="AD" clId="Web-{AC9F3B6D-A0C8-4F7C-7536-AF56F160CD72}" dt="2025-11-20T18:17:39.489" v="292" actId="1076"/>
          <ac:spMkLst>
            <pc:docMk/>
            <pc:sldMk cId="315730143" sldId="259"/>
            <ac:spMk id="11" creationId="{346155B0-799F-3D0D-47B0-2DE4CC4F10D6}"/>
          </ac:spMkLst>
        </pc:spChg>
        <pc:spChg chg="add del mod">
          <ac:chgData name="Christopher Hernandez" userId="S::christopher.hernandez@utrgv.edu::4ca601a6-6f67-4b42-aa2a-1a4a5d8f2fb6" providerId="AD" clId="Web-{AC9F3B6D-A0C8-4F7C-7536-AF56F160CD72}" dt="2025-11-20T18:14:23.877" v="264"/>
          <ac:spMkLst>
            <pc:docMk/>
            <pc:sldMk cId="315730143" sldId="259"/>
            <ac:spMk id="12" creationId="{EBC17C2E-C8E6-1526-E7B1-14F01747E65F}"/>
          </ac:spMkLst>
        </pc:spChg>
        <pc:spChg chg="add">
          <ac:chgData name="Christopher Hernandez" userId="S::christopher.hernandez@utrgv.edu::4ca601a6-6f67-4b42-aa2a-1a4a5d8f2fb6" providerId="AD" clId="Web-{AC9F3B6D-A0C8-4F7C-7536-AF56F160CD72}" dt="2025-11-20T18:08:42.924" v="205"/>
          <ac:spMkLst>
            <pc:docMk/>
            <pc:sldMk cId="315730143" sldId="259"/>
            <ac:spMk id="20" creationId="{92B0CFF1-78D7-4A83-A95E-71F9E3831622}"/>
          </ac:spMkLst>
        </pc:spChg>
        <pc:spChg chg="add">
          <ac:chgData name="Christopher Hernandez" userId="S::christopher.hernandez@utrgv.edu::4ca601a6-6f67-4b42-aa2a-1a4a5d8f2fb6" providerId="AD" clId="Web-{AC9F3B6D-A0C8-4F7C-7536-AF56F160CD72}" dt="2025-11-20T18:08:42.924" v="205"/>
          <ac:spMkLst>
            <pc:docMk/>
            <pc:sldMk cId="315730143" sldId="259"/>
            <ac:spMk id="22" creationId="{C12927E5-081D-440D-A775-C0AE9DA1E3EC}"/>
          </ac:spMkLst>
        </pc:spChg>
        <pc:picChg chg="add del mod">
          <ac:chgData name="Christopher Hernandez" userId="S::christopher.hernandez@utrgv.edu::4ca601a6-6f67-4b42-aa2a-1a4a5d8f2fb6" providerId="AD" clId="Web-{AC9F3B6D-A0C8-4F7C-7536-AF56F160CD72}" dt="2025-11-20T18:12:09.640" v="221"/>
          <ac:picMkLst>
            <pc:docMk/>
            <pc:sldMk cId="315730143" sldId="259"/>
            <ac:picMk id="6" creationId="{6787CB8E-5272-018A-47A2-466CABB1560F}"/>
          </ac:picMkLst>
        </pc:picChg>
        <pc:picChg chg="add del mod">
          <ac:chgData name="Christopher Hernandez" userId="S::christopher.hernandez@utrgv.edu::4ca601a6-6f67-4b42-aa2a-1a4a5d8f2fb6" providerId="AD" clId="Web-{AC9F3B6D-A0C8-4F7C-7536-AF56F160CD72}" dt="2025-11-20T18:16:48.348" v="287"/>
          <ac:picMkLst>
            <pc:docMk/>
            <pc:sldMk cId="315730143" sldId="259"/>
            <ac:picMk id="13" creationId="{47D016FC-685C-F1FF-49A3-2ECA729DF9B1}"/>
          </ac:picMkLst>
        </pc:picChg>
        <pc:picChg chg="add mod">
          <ac:chgData name="Christopher Hernandez" userId="S::christopher.hernandez@utrgv.edu::4ca601a6-6f67-4b42-aa2a-1a4a5d8f2fb6" providerId="AD" clId="Web-{AC9F3B6D-A0C8-4F7C-7536-AF56F160CD72}" dt="2025-11-20T18:17:25.301" v="291" actId="1076"/>
          <ac:picMkLst>
            <pc:docMk/>
            <pc:sldMk cId="315730143" sldId="259"/>
            <ac:picMk id="15" creationId="{3425B024-DD8B-EEA7-34F2-DC1E408B1F32}"/>
          </ac:picMkLst>
        </pc:picChg>
        <pc:cxnChg chg="add">
          <ac:chgData name="Christopher Hernandez" userId="S::christopher.hernandez@utrgv.edu::4ca601a6-6f67-4b42-aa2a-1a4a5d8f2fb6" providerId="AD" clId="Web-{AC9F3B6D-A0C8-4F7C-7536-AF56F160CD72}" dt="2025-11-20T18:08:42.924" v="205"/>
          <ac:cxnSpMkLst>
            <pc:docMk/>
            <pc:sldMk cId="315730143" sldId="259"/>
            <ac:cxnSpMk id="14" creationId="{108D74AC-B125-4E11-BA53-E9E383966DF8}"/>
          </ac:cxnSpMkLst>
        </pc:cxnChg>
        <pc:cxnChg chg="add">
          <ac:chgData name="Christopher Hernandez" userId="S::christopher.hernandez@utrgv.edu::4ca601a6-6f67-4b42-aa2a-1a4a5d8f2fb6" providerId="AD" clId="Web-{AC9F3B6D-A0C8-4F7C-7536-AF56F160CD72}" dt="2025-11-20T18:08:42.924" v="205"/>
          <ac:cxnSpMkLst>
            <pc:docMk/>
            <pc:sldMk cId="315730143" sldId="259"/>
            <ac:cxnSpMk id="16" creationId="{9DC76EBE-FB9D-4054-B5D8-19E3EAFE40B2}"/>
          </ac:cxnSpMkLst>
        </pc:cxnChg>
        <pc:cxnChg chg="add">
          <ac:chgData name="Christopher Hernandez" userId="S::christopher.hernandez@utrgv.edu::4ca601a6-6f67-4b42-aa2a-1a4a5d8f2fb6" providerId="AD" clId="Web-{AC9F3B6D-A0C8-4F7C-7536-AF56F160CD72}" dt="2025-11-20T18:08:42.924" v="205"/>
          <ac:cxnSpMkLst>
            <pc:docMk/>
            <pc:sldMk cId="315730143" sldId="259"/>
            <ac:cxnSpMk id="18" creationId="{E48FA233-30DB-4D0A-BF51-78D03F79F247}"/>
          </ac:cxnSpMkLst>
        </pc:cxnChg>
        <pc:cxnChg chg="add">
          <ac:chgData name="Christopher Hernandez" userId="S::christopher.hernandez@utrgv.edu::4ca601a6-6f67-4b42-aa2a-1a4a5d8f2fb6" providerId="AD" clId="Web-{AC9F3B6D-A0C8-4F7C-7536-AF56F160CD72}" dt="2025-11-20T18:08:42.924" v="205"/>
          <ac:cxnSpMkLst>
            <pc:docMk/>
            <pc:sldMk cId="315730143" sldId="259"/>
            <ac:cxnSpMk id="24" creationId="{22CDD0E7-BDD6-41F4-8AAB-088A2E8D0367}"/>
          </ac:cxnSpMkLst>
        </pc:cxnChg>
        <pc:cxnChg chg="add">
          <ac:chgData name="Christopher Hernandez" userId="S::christopher.hernandez@utrgv.edu::4ca601a6-6f67-4b42-aa2a-1a4a5d8f2fb6" providerId="AD" clId="Web-{AC9F3B6D-A0C8-4F7C-7536-AF56F160CD72}" dt="2025-11-20T18:08:42.924" v="205"/>
          <ac:cxnSpMkLst>
            <pc:docMk/>
            <pc:sldMk cId="315730143" sldId="259"/>
            <ac:cxnSpMk id="26" creationId="{C4558310-C928-4426-BFAC-68450D291D0A}"/>
          </ac:cxnSpMkLst>
        </pc:cxnChg>
      </pc:sldChg>
      <pc:sldChg chg="addSp delSp modSp new del">
        <pc:chgData name="Christopher Hernandez" userId="S::christopher.hernandez@utrgv.edu::4ca601a6-6f67-4b42-aa2a-1a4a5d8f2fb6" providerId="AD" clId="Web-{AC9F3B6D-A0C8-4F7C-7536-AF56F160CD72}" dt="2025-11-20T18:03:22.040" v="131"/>
        <pc:sldMkLst>
          <pc:docMk/>
          <pc:sldMk cId="1536181847" sldId="259"/>
        </pc:sldMkLst>
        <pc:spChg chg="mod">
          <ac:chgData name="Christopher Hernandez" userId="S::christopher.hernandez@utrgv.edu::4ca601a6-6f67-4b42-aa2a-1a4a5d8f2fb6" providerId="AD" clId="Web-{AC9F3B6D-A0C8-4F7C-7536-AF56F160CD72}" dt="2025-11-20T18:02:02.102" v="118" actId="20577"/>
          <ac:spMkLst>
            <pc:docMk/>
            <pc:sldMk cId="1536181847" sldId="259"/>
            <ac:spMk id="2" creationId="{C9A44BE1-1BEF-DA11-F2D8-7C3BC314E6B4}"/>
          </ac:spMkLst>
        </pc:spChg>
        <pc:spChg chg="del">
          <ac:chgData name="Christopher Hernandez" userId="S::christopher.hernandez@utrgv.edu::4ca601a6-6f67-4b42-aa2a-1a4a5d8f2fb6" providerId="AD" clId="Web-{AC9F3B6D-A0C8-4F7C-7536-AF56F160CD72}" dt="2025-11-20T18:02:45.618" v="119"/>
          <ac:spMkLst>
            <pc:docMk/>
            <pc:sldMk cId="1536181847" sldId="259"/>
            <ac:spMk id="3" creationId="{52EF569F-8BFB-F3D0-18C9-7D8E7D2B002E}"/>
          </ac:spMkLst>
        </pc:spChg>
        <pc:spChg chg="add mod">
          <ac:chgData name="Christopher Hernandez" userId="S::christopher.hernandez@utrgv.edu::4ca601a6-6f67-4b42-aa2a-1a4a5d8f2fb6" providerId="AD" clId="Web-{AC9F3B6D-A0C8-4F7C-7536-AF56F160CD72}" dt="2025-11-20T18:03:13.743" v="127" actId="20577"/>
          <ac:spMkLst>
            <pc:docMk/>
            <pc:sldMk cId="1536181847" sldId="259"/>
            <ac:spMk id="6" creationId="{F26BE50A-9121-6125-B3E7-341364B77640}"/>
          </ac:spMkLst>
        </pc:spChg>
        <pc:picChg chg="add mod ord">
          <ac:chgData name="Christopher Hernandez" userId="S::christopher.hernandez@utrgv.edu::4ca601a6-6f67-4b42-aa2a-1a4a5d8f2fb6" providerId="AD" clId="Web-{AC9F3B6D-A0C8-4F7C-7536-AF56F160CD72}" dt="2025-11-20T18:03:17.540" v="130" actId="1076"/>
          <ac:picMkLst>
            <pc:docMk/>
            <pc:sldMk cId="1536181847" sldId="259"/>
            <ac:picMk id="5" creationId="{E1ED64F9-8148-D56A-72EC-D57E477BE898}"/>
          </ac:picMkLst>
        </pc:picChg>
      </pc:sldChg>
      <pc:sldChg chg="new del">
        <pc:chgData name="Christopher Hernandez" userId="S::christopher.hernandez@utrgv.edu::4ca601a6-6f67-4b42-aa2a-1a4a5d8f2fb6" providerId="AD" clId="Web-{AC9F3B6D-A0C8-4F7C-7536-AF56F160CD72}" dt="2025-11-20T18:03:46.899" v="133"/>
        <pc:sldMkLst>
          <pc:docMk/>
          <pc:sldMk cId="4281375290" sldId="259"/>
        </pc:sldMkLst>
      </pc:sldChg>
      <pc:sldChg chg="addSp modSp new del mod modClrScheme chgLayout">
        <pc:chgData name="Christopher Hernandez" userId="S::christopher.hernandez@utrgv.edu::4ca601a6-6f67-4b42-aa2a-1a4a5d8f2fb6" providerId="AD" clId="Web-{AC9F3B6D-A0C8-4F7C-7536-AF56F160CD72}" dt="2025-11-20T18:25:49.007" v="366"/>
        <pc:sldMkLst>
          <pc:docMk/>
          <pc:sldMk cId="2137886703" sldId="260"/>
        </pc:sldMkLst>
        <pc:spChg chg="add mod">
          <ac:chgData name="Christopher Hernandez" userId="S::christopher.hernandez@utrgv.edu::4ca601a6-6f67-4b42-aa2a-1a4a5d8f2fb6" providerId="AD" clId="Web-{AC9F3B6D-A0C8-4F7C-7536-AF56F160CD72}" dt="2025-11-20T18:19:41.146" v="303" actId="20577"/>
          <ac:spMkLst>
            <pc:docMk/>
            <pc:sldMk cId="2137886703" sldId="260"/>
            <ac:spMk id="2" creationId="{722EC118-E7A9-C262-DD16-6A78CE87B377}"/>
          </ac:spMkLst>
        </pc:spChg>
        <pc:spChg chg="add mod">
          <ac:chgData name="Christopher Hernandez" userId="S::christopher.hernandez@utrgv.edu::4ca601a6-6f67-4b42-aa2a-1a4a5d8f2fb6" providerId="AD" clId="Web-{AC9F3B6D-A0C8-4F7C-7536-AF56F160CD72}" dt="2025-11-20T18:21:37.677" v="318" actId="20577"/>
          <ac:spMkLst>
            <pc:docMk/>
            <pc:sldMk cId="2137886703" sldId="260"/>
            <ac:spMk id="3" creationId="{7F9F6C14-72A6-9B2C-B602-E7A76BA9BB1F}"/>
          </ac:spMkLst>
        </pc:spChg>
        <pc:spChg chg="add mod">
          <ac:chgData name="Christopher Hernandez" userId="S::christopher.hernandez@utrgv.edu::4ca601a6-6f67-4b42-aa2a-1a4a5d8f2fb6" providerId="AD" clId="Web-{AC9F3B6D-A0C8-4F7C-7536-AF56F160CD72}" dt="2025-11-20T18:21:41.224" v="319" actId="14100"/>
          <ac:spMkLst>
            <pc:docMk/>
            <pc:sldMk cId="2137886703" sldId="260"/>
            <ac:spMk id="4" creationId="{5C90317B-5816-5813-7A18-98F813ADF743}"/>
          </ac:spMkLst>
        </pc:spChg>
      </pc:sldChg>
      <pc:sldChg chg="addSp modSp new mod setBg modClrScheme chgLayout">
        <pc:chgData name="Christopher Hernandez" userId="S::christopher.hernandez@utrgv.edu::4ca601a6-6f67-4b42-aa2a-1a4a5d8f2fb6" providerId="AD" clId="Web-{AC9F3B6D-A0C8-4F7C-7536-AF56F160CD72}" dt="2025-11-20T18:27:31.416" v="378"/>
        <pc:sldMkLst>
          <pc:docMk/>
          <pc:sldMk cId="3346812268" sldId="261"/>
        </pc:sldMkLst>
        <pc:spChg chg="add mod">
          <ac:chgData name="Christopher Hernandez" userId="S::christopher.hernandez@utrgv.edu::4ca601a6-6f67-4b42-aa2a-1a4a5d8f2fb6" providerId="AD" clId="Web-{AC9F3B6D-A0C8-4F7C-7536-AF56F160CD72}" dt="2025-11-20T18:26:55.446" v="375" actId="20577"/>
          <ac:spMkLst>
            <pc:docMk/>
            <pc:sldMk cId="3346812268" sldId="261"/>
            <ac:spMk id="2" creationId="{FADB7705-BFC6-5143-7063-69F6C3B98E10}"/>
          </ac:spMkLst>
        </pc:spChg>
        <pc:spChg chg="add mod">
          <ac:chgData name="Christopher Hernandez" userId="S::christopher.hernandez@utrgv.edu::4ca601a6-6f67-4b42-aa2a-1a4a5d8f2fb6" providerId="AD" clId="Web-{AC9F3B6D-A0C8-4F7C-7536-AF56F160CD72}" dt="2025-11-20T18:26:50.134" v="374" actId="20577"/>
          <ac:spMkLst>
            <pc:docMk/>
            <pc:sldMk cId="3346812268" sldId="261"/>
            <ac:spMk id="3" creationId="{DCA197A0-CAD1-B842-D861-D7C1F9765A44}"/>
          </ac:spMkLst>
        </pc:spChg>
        <pc:spChg chg="add mod">
          <ac:chgData name="Christopher Hernandez" userId="S::christopher.hernandez@utrgv.edu::4ca601a6-6f67-4b42-aa2a-1a4a5d8f2fb6" providerId="AD" clId="Web-{AC9F3B6D-A0C8-4F7C-7536-AF56F160CD72}" dt="2025-11-20T18:26:46.821" v="373" actId="20577"/>
          <ac:spMkLst>
            <pc:docMk/>
            <pc:sldMk cId="3346812268" sldId="261"/>
            <ac:spMk id="4" creationId="{C16FC695-DED0-3496-DCD4-FD77803A08EB}"/>
          </ac:spMkLst>
        </pc:spChg>
        <pc:spChg chg="add mod">
          <ac:chgData name="Christopher Hernandez" userId="S::christopher.hernandez@utrgv.edu::4ca601a6-6f67-4b42-aa2a-1a4a5d8f2fb6" providerId="AD" clId="Web-{AC9F3B6D-A0C8-4F7C-7536-AF56F160CD72}" dt="2025-11-20T18:26:31.133" v="371" actId="20577"/>
          <ac:spMkLst>
            <pc:docMk/>
            <pc:sldMk cId="3346812268" sldId="261"/>
            <ac:spMk id="5" creationId="{0B77B659-4483-E37A-04F1-C99982370BB6}"/>
          </ac:spMkLst>
        </pc:spChg>
        <pc:spChg chg="add mod">
          <ac:chgData name="Christopher Hernandez" userId="S::christopher.hernandez@utrgv.edu::4ca601a6-6f67-4b42-aa2a-1a4a5d8f2fb6" providerId="AD" clId="Web-{AC9F3B6D-A0C8-4F7C-7536-AF56F160CD72}" dt="2025-11-20T18:26:43.196" v="372" actId="20577"/>
          <ac:spMkLst>
            <pc:docMk/>
            <pc:sldMk cId="3346812268" sldId="261"/>
            <ac:spMk id="6" creationId="{16DD7C0F-2B4D-7B9C-58E4-6E219F09DABC}"/>
          </ac:spMkLst>
        </pc:spChg>
      </pc:sldChg>
      <pc:sldChg chg="addSp delSp modSp new mod setBg modClrScheme chgLayout">
        <pc:chgData name="Christopher Hernandez" userId="S::christopher.hernandez@utrgv.edu::4ca601a6-6f67-4b42-aa2a-1a4a5d8f2fb6" providerId="AD" clId="Web-{AC9F3B6D-A0C8-4F7C-7536-AF56F160CD72}" dt="2025-11-20T18:36:34.819" v="481" actId="20577"/>
        <pc:sldMkLst>
          <pc:docMk/>
          <pc:sldMk cId="3233500597" sldId="262"/>
        </pc:sldMkLst>
        <pc:spChg chg="add mod">
          <ac:chgData name="Christopher Hernandez" userId="S::christopher.hernandez@utrgv.edu::4ca601a6-6f67-4b42-aa2a-1a4a5d8f2fb6" providerId="AD" clId="Web-{AC9F3B6D-A0C8-4F7C-7536-AF56F160CD72}" dt="2025-11-20T18:36:34.819" v="481" actId="20577"/>
          <ac:spMkLst>
            <pc:docMk/>
            <pc:sldMk cId="3233500597" sldId="262"/>
            <ac:spMk id="2" creationId="{78E6C914-1A81-B890-6CBB-5B58C2261AB5}"/>
          </ac:spMkLst>
        </pc:spChg>
        <pc:spChg chg="add mod">
          <ac:chgData name="Christopher Hernandez" userId="S::christopher.hernandez@utrgv.edu::4ca601a6-6f67-4b42-aa2a-1a4a5d8f2fb6" providerId="AD" clId="Web-{AC9F3B6D-A0C8-4F7C-7536-AF56F160CD72}" dt="2025-11-20T18:36:06.350" v="476" actId="1076"/>
          <ac:spMkLst>
            <pc:docMk/>
            <pc:sldMk cId="3233500597" sldId="262"/>
            <ac:spMk id="3" creationId="{48D8770E-DF4B-CF6E-73E0-61280334083C}"/>
          </ac:spMkLst>
        </pc:spChg>
        <pc:spChg chg="add mod">
          <ac:chgData name="Christopher Hernandez" userId="S::christopher.hernandez@utrgv.edu::4ca601a6-6f67-4b42-aa2a-1a4a5d8f2fb6" providerId="AD" clId="Web-{AC9F3B6D-A0C8-4F7C-7536-AF56F160CD72}" dt="2025-11-20T18:35:38.692" v="475" actId="1076"/>
          <ac:spMkLst>
            <pc:docMk/>
            <pc:sldMk cId="3233500597" sldId="262"/>
            <ac:spMk id="4" creationId="{823C74B7-E71A-F7BE-FFC3-18198E59FC0E}"/>
          </ac:spMkLst>
        </pc:spChg>
        <pc:spChg chg="add del">
          <ac:chgData name="Christopher Hernandez" userId="S::christopher.hernandez@utrgv.edu::4ca601a6-6f67-4b42-aa2a-1a4a5d8f2fb6" providerId="AD" clId="Web-{AC9F3B6D-A0C8-4F7C-7536-AF56F160CD72}" dt="2025-11-20T18:33:09.824" v="428"/>
          <ac:spMkLst>
            <pc:docMk/>
            <pc:sldMk cId="3233500597" sldId="262"/>
            <ac:spMk id="5" creationId="{F930D91D-EE0A-D804-A73B-EFF0D294825A}"/>
          </ac:spMkLst>
        </pc:spChg>
        <pc:spChg chg="add mod">
          <ac:chgData name="Christopher Hernandez" userId="S::christopher.hernandez@utrgv.edu::4ca601a6-6f67-4b42-aa2a-1a4a5d8f2fb6" providerId="AD" clId="Web-{AC9F3B6D-A0C8-4F7C-7536-AF56F160CD72}" dt="2025-11-20T18:36:11.693" v="477" actId="1076"/>
          <ac:spMkLst>
            <pc:docMk/>
            <pc:sldMk cId="3233500597" sldId="262"/>
            <ac:spMk id="6" creationId="{4AAAC831-947C-7953-BBF6-4B215E3642E9}"/>
          </ac:spMkLst>
        </pc:spChg>
        <pc:spChg chg="add">
          <ac:chgData name="Christopher Hernandez" userId="S::christopher.hernandez@utrgv.edu::4ca601a6-6f67-4b42-aa2a-1a4a5d8f2fb6" providerId="AD" clId="Web-{AC9F3B6D-A0C8-4F7C-7536-AF56F160CD72}" dt="2025-11-20T18:34:17.280" v="447"/>
          <ac:spMkLst>
            <pc:docMk/>
            <pc:sldMk cId="3233500597" sldId="262"/>
            <ac:spMk id="7" creationId="{BA52A675-6066-6937-29D0-219736C0B644}"/>
          </ac:spMkLst>
        </pc:spChg>
        <pc:spChg chg="add mod">
          <ac:chgData name="Christopher Hernandez" userId="S::christopher.hernandez@utrgv.edu::4ca601a6-6f67-4b42-aa2a-1a4a5d8f2fb6" providerId="AD" clId="Web-{AC9F3B6D-A0C8-4F7C-7536-AF56F160CD72}" dt="2025-11-20T18:36:19.647" v="479" actId="1076"/>
          <ac:spMkLst>
            <pc:docMk/>
            <pc:sldMk cId="3233500597" sldId="262"/>
            <ac:spMk id="8" creationId="{CA29B93B-AEB2-E582-C366-372BC5163234}"/>
          </ac:spMkLst>
        </pc:spChg>
      </pc:sldChg>
      <pc:sldChg chg="addSp delSp modSp new mod ord setBg modClrScheme chgLayout">
        <pc:chgData name="Christopher Hernandez" userId="S::christopher.hernandez@utrgv.edu::4ca601a6-6f67-4b42-aa2a-1a4a5d8f2fb6" providerId="AD" clId="Web-{AC9F3B6D-A0C8-4F7C-7536-AF56F160CD72}" dt="2025-11-20T20:07:21.852" v="712"/>
        <pc:sldMkLst>
          <pc:docMk/>
          <pc:sldMk cId="3179649410" sldId="263"/>
        </pc:sldMkLst>
        <pc:spChg chg="mod ord">
          <ac:chgData name="Christopher Hernandez" userId="S::christopher.hernandez@utrgv.edu::4ca601a6-6f67-4b42-aa2a-1a4a5d8f2fb6" providerId="AD" clId="Web-{AC9F3B6D-A0C8-4F7C-7536-AF56F160CD72}" dt="2025-11-20T19:01:25.465" v="704" actId="1076"/>
          <ac:spMkLst>
            <pc:docMk/>
            <pc:sldMk cId="3179649410" sldId="263"/>
            <ac:spMk id="2" creationId="{727AA8AC-582E-F70B-B2BE-B0C35ADEEC49}"/>
          </ac:spMkLst>
        </pc:spChg>
        <pc:spChg chg="mod ord">
          <ac:chgData name="Christopher Hernandez" userId="S::christopher.hernandez@utrgv.edu::4ca601a6-6f67-4b42-aa2a-1a4a5d8f2fb6" providerId="AD" clId="Web-{AC9F3B6D-A0C8-4F7C-7536-AF56F160CD72}" dt="2025-11-20T19:01:41.231" v="707" actId="1076"/>
          <ac:spMkLst>
            <pc:docMk/>
            <pc:sldMk cId="3179649410" sldId="263"/>
            <ac:spMk id="3" creationId="{EE1ADA43-FD4B-C3C8-ED2C-912B11C7928D}"/>
          </ac:spMkLst>
        </pc:spChg>
        <pc:spChg chg="mod ord">
          <ac:chgData name="Christopher Hernandez" userId="S::christopher.hernandez@utrgv.edu::4ca601a6-6f67-4b42-aa2a-1a4a5d8f2fb6" providerId="AD" clId="Web-{AC9F3B6D-A0C8-4F7C-7536-AF56F160CD72}" dt="2025-11-20T19:01:21.980" v="703" actId="1076"/>
          <ac:spMkLst>
            <pc:docMk/>
            <pc:sldMk cId="3179649410" sldId="263"/>
            <ac:spMk id="4" creationId="{6007C325-6CF3-30C3-A8BA-6A7CDC3BB8DA}"/>
          </ac:spMkLst>
        </pc:spChg>
        <pc:spChg chg="del">
          <ac:chgData name="Christopher Hernandez" userId="S::christopher.hernandez@utrgv.edu::4ca601a6-6f67-4b42-aa2a-1a4a5d8f2fb6" providerId="AD" clId="Web-{AC9F3B6D-A0C8-4F7C-7536-AF56F160CD72}" dt="2025-11-20T18:40:02.371" v="487"/>
          <ac:spMkLst>
            <pc:docMk/>
            <pc:sldMk cId="3179649410" sldId="263"/>
            <ac:spMk id="5" creationId="{CBB30A3A-0A11-2502-670A-A2D11C03D23E}"/>
          </ac:spMkLst>
        </pc:spChg>
        <pc:spChg chg="del">
          <ac:chgData name="Christopher Hernandez" userId="S::christopher.hernandez@utrgv.edu::4ca601a6-6f67-4b42-aa2a-1a4a5d8f2fb6" providerId="AD" clId="Web-{AC9F3B6D-A0C8-4F7C-7536-AF56F160CD72}" dt="2025-11-20T18:40:02.371" v="487"/>
          <ac:spMkLst>
            <pc:docMk/>
            <pc:sldMk cId="3179649410" sldId="263"/>
            <ac:spMk id="6" creationId="{2E77527F-FB41-3ACD-DFB6-9CDB2343DBE6}"/>
          </ac:spMkLst>
        </pc:spChg>
        <pc:spChg chg="add mod">
          <ac:chgData name="Christopher Hernandez" userId="S::christopher.hernandez@utrgv.edu::4ca601a6-6f67-4b42-aa2a-1a4a5d8f2fb6" providerId="AD" clId="Web-{AC9F3B6D-A0C8-4F7C-7536-AF56F160CD72}" dt="2025-11-20T19:01:47.121" v="709" actId="1076"/>
          <ac:spMkLst>
            <pc:docMk/>
            <pc:sldMk cId="3179649410" sldId="263"/>
            <ac:spMk id="7" creationId="{3F36A992-D8EE-4624-3EA2-FD81E8D1151C}"/>
          </ac:spMkLst>
        </pc:spChg>
        <pc:spChg chg="add del mod">
          <ac:chgData name="Christopher Hernandez" userId="S::christopher.hernandez@utrgv.edu::4ca601a6-6f67-4b42-aa2a-1a4a5d8f2fb6" providerId="AD" clId="Web-{AC9F3B6D-A0C8-4F7C-7536-AF56F160CD72}" dt="2025-11-20T18:49:58.181" v="580"/>
          <ac:spMkLst>
            <pc:docMk/>
            <pc:sldMk cId="3179649410" sldId="263"/>
            <ac:spMk id="8" creationId="{BBEF1CA4-C58E-3E8D-311C-22C6BE88CAF5}"/>
          </ac:spMkLst>
        </pc:spChg>
        <pc:spChg chg="add mod">
          <ac:chgData name="Christopher Hernandez" userId="S::christopher.hernandez@utrgv.edu::4ca601a6-6f67-4b42-aa2a-1a4a5d8f2fb6" providerId="AD" clId="Web-{AC9F3B6D-A0C8-4F7C-7536-AF56F160CD72}" dt="2025-11-20T19:01:49.434" v="710" actId="1076"/>
          <ac:spMkLst>
            <pc:docMk/>
            <pc:sldMk cId="3179649410" sldId="263"/>
            <ac:spMk id="9" creationId="{251E8E85-D704-5098-54B7-7908A421BC29}"/>
          </ac:spMkLst>
        </pc:spChg>
        <pc:spChg chg="add mod">
          <ac:chgData name="Christopher Hernandez" userId="S::christopher.hernandez@utrgv.edu::4ca601a6-6f67-4b42-aa2a-1a4a5d8f2fb6" providerId="AD" clId="Web-{AC9F3B6D-A0C8-4F7C-7536-AF56F160CD72}" dt="2025-11-20T19:01:29.652" v="705" actId="1076"/>
          <ac:spMkLst>
            <pc:docMk/>
            <pc:sldMk cId="3179649410" sldId="263"/>
            <ac:spMk id="10" creationId="{E7275259-5A9C-DD11-B1FC-39A9CC3C8CA1}"/>
          </ac:spMkLst>
        </pc:spChg>
      </pc:sldChg>
      <pc:sldChg chg="addSp modSp new mod ord setBg modClrScheme chgLayout">
        <pc:chgData name="Christopher Hernandez" userId="S::christopher.hernandez@utrgv.edu::4ca601a6-6f67-4b42-aa2a-1a4a5d8f2fb6" providerId="AD" clId="Web-{AC9F3B6D-A0C8-4F7C-7536-AF56F160CD72}" dt="2025-11-20T20:06:14.086" v="711"/>
        <pc:sldMkLst>
          <pc:docMk/>
          <pc:sldMk cId="3957907035" sldId="264"/>
        </pc:sldMkLst>
        <pc:spChg chg="mod ord">
          <ac:chgData name="Christopher Hernandez" userId="S::christopher.hernandez@utrgv.edu::4ca601a6-6f67-4b42-aa2a-1a4a5d8f2fb6" providerId="AD" clId="Web-{AC9F3B6D-A0C8-4F7C-7536-AF56F160CD72}" dt="2025-11-20T18:58:33.820" v="671" actId="20577"/>
          <ac:spMkLst>
            <pc:docMk/>
            <pc:sldMk cId="3957907035" sldId="264"/>
            <ac:spMk id="2" creationId="{516473A6-CB75-D0C8-8E6B-888D18F89A99}"/>
          </ac:spMkLst>
        </pc:spChg>
        <pc:spChg chg="mod ord">
          <ac:chgData name="Christopher Hernandez" userId="S::christopher.hernandez@utrgv.edu::4ca601a6-6f67-4b42-aa2a-1a4a5d8f2fb6" providerId="AD" clId="Web-{AC9F3B6D-A0C8-4F7C-7536-AF56F160CD72}" dt="2025-11-20T18:59:45.181" v="676" actId="20577"/>
          <ac:spMkLst>
            <pc:docMk/>
            <pc:sldMk cId="3957907035" sldId="264"/>
            <ac:spMk id="3" creationId="{6FF74A37-9DA7-570B-19F3-78734C39C2F8}"/>
          </ac:spMkLst>
        </pc:spChg>
        <pc:spChg chg="add mod ord">
          <ac:chgData name="Christopher Hernandez" userId="S::christopher.hernandez@utrgv.edu::4ca601a6-6f67-4b42-aa2a-1a4a5d8f2fb6" providerId="AD" clId="Web-{AC9F3B6D-A0C8-4F7C-7536-AF56F160CD72}" dt="2025-11-20T19:00:56.855" v="698" actId="14100"/>
          <ac:spMkLst>
            <pc:docMk/>
            <pc:sldMk cId="3957907035" sldId="264"/>
            <ac:spMk id="4" creationId="{23A04D12-C190-189E-7F91-0572A4774748}"/>
          </ac:spMkLst>
        </pc:spChg>
      </pc:sldChg>
      <pc:sldMasterChg chg="del delSldLayout">
        <pc:chgData name="Christopher Hernandez" userId="S::christopher.hernandez@utrgv.edu::4ca601a6-6f67-4b42-aa2a-1a4a5d8f2fb6" providerId="AD" clId="Web-{AC9F3B6D-A0C8-4F7C-7536-AF56F160CD72}" dt="2025-11-20T17:49:56.142" v="0"/>
        <pc:sldMasterMkLst>
          <pc:docMk/>
          <pc:sldMasterMk cId="2460954070" sldId="2147483660"/>
        </pc:sldMasterMkLst>
        <pc:sldLayoutChg chg="del">
          <pc:chgData name="Christopher Hernandez" userId="S::christopher.hernandez@utrgv.edu::4ca601a6-6f67-4b42-aa2a-1a4a5d8f2fb6" providerId="AD" clId="Web-{AC9F3B6D-A0C8-4F7C-7536-AF56F160CD72}" dt="2025-11-20T17:49:56.142" v="0"/>
          <pc:sldLayoutMkLst>
            <pc:docMk/>
            <pc:sldMasterMk cId="2460954070" sldId="2147483660"/>
            <pc:sldLayoutMk cId="2385387890" sldId="2147483661"/>
          </pc:sldLayoutMkLst>
        </pc:sldLayoutChg>
        <pc:sldLayoutChg chg="del">
          <pc:chgData name="Christopher Hernandez" userId="S::christopher.hernandez@utrgv.edu::4ca601a6-6f67-4b42-aa2a-1a4a5d8f2fb6" providerId="AD" clId="Web-{AC9F3B6D-A0C8-4F7C-7536-AF56F160CD72}" dt="2025-11-20T17:49:56.142" v="0"/>
          <pc:sldLayoutMkLst>
            <pc:docMk/>
            <pc:sldMasterMk cId="2460954070" sldId="2147483660"/>
            <pc:sldLayoutMk cId="949138452" sldId="2147483662"/>
          </pc:sldLayoutMkLst>
        </pc:sldLayoutChg>
        <pc:sldLayoutChg chg="del">
          <pc:chgData name="Christopher Hernandez" userId="S::christopher.hernandez@utrgv.edu::4ca601a6-6f67-4b42-aa2a-1a4a5d8f2fb6" providerId="AD" clId="Web-{AC9F3B6D-A0C8-4F7C-7536-AF56F160CD72}" dt="2025-11-20T17:49:56.142" v="0"/>
          <pc:sldLayoutMkLst>
            <pc:docMk/>
            <pc:sldMasterMk cId="2460954070" sldId="2147483660"/>
            <pc:sldLayoutMk cId="2591524520" sldId="2147483663"/>
          </pc:sldLayoutMkLst>
        </pc:sldLayoutChg>
        <pc:sldLayoutChg chg="del">
          <pc:chgData name="Christopher Hernandez" userId="S::christopher.hernandez@utrgv.edu::4ca601a6-6f67-4b42-aa2a-1a4a5d8f2fb6" providerId="AD" clId="Web-{AC9F3B6D-A0C8-4F7C-7536-AF56F160CD72}" dt="2025-11-20T17:49:56.142" v="0"/>
          <pc:sldLayoutMkLst>
            <pc:docMk/>
            <pc:sldMasterMk cId="2460954070" sldId="2147483660"/>
            <pc:sldLayoutMk cId="1203092039" sldId="2147483664"/>
          </pc:sldLayoutMkLst>
        </pc:sldLayoutChg>
        <pc:sldLayoutChg chg="del">
          <pc:chgData name="Christopher Hernandez" userId="S::christopher.hernandez@utrgv.edu::4ca601a6-6f67-4b42-aa2a-1a4a5d8f2fb6" providerId="AD" clId="Web-{AC9F3B6D-A0C8-4F7C-7536-AF56F160CD72}" dt="2025-11-20T17:49:56.142" v="0"/>
          <pc:sldLayoutMkLst>
            <pc:docMk/>
            <pc:sldMasterMk cId="2460954070" sldId="2147483660"/>
            <pc:sldLayoutMk cId="3733172339" sldId="2147483665"/>
          </pc:sldLayoutMkLst>
        </pc:sldLayoutChg>
        <pc:sldLayoutChg chg="del">
          <pc:chgData name="Christopher Hernandez" userId="S::christopher.hernandez@utrgv.edu::4ca601a6-6f67-4b42-aa2a-1a4a5d8f2fb6" providerId="AD" clId="Web-{AC9F3B6D-A0C8-4F7C-7536-AF56F160CD72}" dt="2025-11-20T17:49:56.142" v="0"/>
          <pc:sldLayoutMkLst>
            <pc:docMk/>
            <pc:sldMasterMk cId="2460954070" sldId="2147483660"/>
            <pc:sldLayoutMk cId="3210312558" sldId="2147483666"/>
          </pc:sldLayoutMkLst>
        </pc:sldLayoutChg>
        <pc:sldLayoutChg chg="del">
          <pc:chgData name="Christopher Hernandez" userId="S::christopher.hernandez@utrgv.edu::4ca601a6-6f67-4b42-aa2a-1a4a5d8f2fb6" providerId="AD" clId="Web-{AC9F3B6D-A0C8-4F7C-7536-AF56F160CD72}" dt="2025-11-20T17:49:56.142" v="0"/>
          <pc:sldLayoutMkLst>
            <pc:docMk/>
            <pc:sldMasterMk cId="2460954070" sldId="2147483660"/>
            <pc:sldLayoutMk cId="3146388984" sldId="2147483667"/>
          </pc:sldLayoutMkLst>
        </pc:sldLayoutChg>
        <pc:sldLayoutChg chg="del">
          <pc:chgData name="Christopher Hernandez" userId="S::christopher.hernandez@utrgv.edu::4ca601a6-6f67-4b42-aa2a-1a4a5d8f2fb6" providerId="AD" clId="Web-{AC9F3B6D-A0C8-4F7C-7536-AF56F160CD72}" dt="2025-11-20T17:49:56.142" v="0"/>
          <pc:sldLayoutMkLst>
            <pc:docMk/>
            <pc:sldMasterMk cId="2460954070" sldId="2147483660"/>
            <pc:sldLayoutMk cId="3171841454" sldId="2147483668"/>
          </pc:sldLayoutMkLst>
        </pc:sldLayoutChg>
        <pc:sldLayoutChg chg="del">
          <pc:chgData name="Christopher Hernandez" userId="S::christopher.hernandez@utrgv.edu::4ca601a6-6f67-4b42-aa2a-1a4a5d8f2fb6" providerId="AD" clId="Web-{AC9F3B6D-A0C8-4F7C-7536-AF56F160CD72}" dt="2025-11-20T17:49:56.142" v="0"/>
          <pc:sldLayoutMkLst>
            <pc:docMk/>
            <pc:sldMasterMk cId="2460954070" sldId="2147483660"/>
            <pc:sldLayoutMk cId="1718958274" sldId="2147483669"/>
          </pc:sldLayoutMkLst>
        </pc:sldLayoutChg>
        <pc:sldLayoutChg chg="del">
          <pc:chgData name="Christopher Hernandez" userId="S::christopher.hernandez@utrgv.edu::4ca601a6-6f67-4b42-aa2a-1a4a5d8f2fb6" providerId="AD" clId="Web-{AC9F3B6D-A0C8-4F7C-7536-AF56F160CD72}" dt="2025-11-20T17:49:56.142" v="0"/>
          <pc:sldLayoutMkLst>
            <pc:docMk/>
            <pc:sldMasterMk cId="2460954070" sldId="2147483660"/>
            <pc:sldLayoutMk cId="2202905451" sldId="2147483670"/>
          </pc:sldLayoutMkLst>
        </pc:sldLayoutChg>
        <pc:sldLayoutChg chg="del">
          <pc:chgData name="Christopher Hernandez" userId="S::christopher.hernandez@utrgv.edu::4ca601a6-6f67-4b42-aa2a-1a4a5d8f2fb6" providerId="AD" clId="Web-{AC9F3B6D-A0C8-4F7C-7536-AF56F160CD72}" dt="2025-11-20T17:49:56.142" v="0"/>
          <pc:sldLayoutMkLst>
            <pc:docMk/>
            <pc:sldMasterMk cId="2460954070" sldId="2147483660"/>
            <pc:sldLayoutMk cId="3479445657" sldId="2147483671"/>
          </pc:sldLayoutMkLst>
        </pc:sldLayoutChg>
      </pc:sldMasterChg>
      <pc:sldMasterChg chg="add addSldLayout">
        <pc:chgData name="Christopher Hernandez" userId="S::christopher.hernandez@utrgv.edu::4ca601a6-6f67-4b42-aa2a-1a4a5d8f2fb6" providerId="AD" clId="Web-{AC9F3B6D-A0C8-4F7C-7536-AF56F160CD72}" dt="2025-11-20T17:49:56.142" v="0"/>
        <pc:sldMasterMkLst>
          <pc:docMk/>
          <pc:sldMasterMk cId="68497677" sldId="2147483747"/>
        </pc:sldMasterMkLst>
        <pc:sldLayoutChg chg="add">
          <pc:chgData name="Christopher Hernandez" userId="S::christopher.hernandez@utrgv.edu::4ca601a6-6f67-4b42-aa2a-1a4a5d8f2fb6" providerId="AD" clId="Web-{AC9F3B6D-A0C8-4F7C-7536-AF56F160CD72}" dt="2025-11-20T17:49:56.142" v="0"/>
          <pc:sldLayoutMkLst>
            <pc:docMk/>
            <pc:sldMasterMk cId="68497677" sldId="2147483747"/>
            <pc:sldLayoutMk cId="135174768" sldId="2147483736"/>
          </pc:sldLayoutMkLst>
        </pc:sldLayoutChg>
        <pc:sldLayoutChg chg="add">
          <pc:chgData name="Christopher Hernandez" userId="S::christopher.hernandez@utrgv.edu::4ca601a6-6f67-4b42-aa2a-1a4a5d8f2fb6" providerId="AD" clId="Web-{AC9F3B6D-A0C8-4F7C-7536-AF56F160CD72}" dt="2025-11-20T17:49:56.142" v="0"/>
          <pc:sldLayoutMkLst>
            <pc:docMk/>
            <pc:sldMasterMk cId="68497677" sldId="2147483747"/>
            <pc:sldLayoutMk cId="2309566377" sldId="2147483737"/>
          </pc:sldLayoutMkLst>
        </pc:sldLayoutChg>
        <pc:sldLayoutChg chg="add">
          <pc:chgData name="Christopher Hernandez" userId="S::christopher.hernandez@utrgv.edu::4ca601a6-6f67-4b42-aa2a-1a4a5d8f2fb6" providerId="AD" clId="Web-{AC9F3B6D-A0C8-4F7C-7536-AF56F160CD72}" dt="2025-11-20T17:49:56.142" v="0"/>
          <pc:sldLayoutMkLst>
            <pc:docMk/>
            <pc:sldMasterMk cId="68497677" sldId="2147483747"/>
            <pc:sldLayoutMk cId="937523577" sldId="2147483738"/>
          </pc:sldLayoutMkLst>
        </pc:sldLayoutChg>
        <pc:sldLayoutChg chg="add">
          <pc:chgData name="Christopher Hernandez" userId="S::christopher.hernandez@utrgv.edu::4ca601a6-6f67-4b42-aa2a-1a4a5d8f2fb6" providerId="AD" clId="Web-{AC9F3B6D-A0C8-4F7C-7536-AF56F160CD72}" dt="2025-11-20T17:49:56.142" v="0"/>
          <pc:sldLayoutMkLst>
            <pc:docMk/>
            <pc:sldMasterMk cId="68497677" sldId="2147483747"/>
            <pc:sldLayoutMk cId="3335735403" sldId="2147483739"/>
          </pc:sldLayoutMkLst>
        </pc:sldLayoutChg>
        <pc:sldLayoutChg chg="add">
          <pc:chgData name="Christopher Hernandez" userId="S::christopher.hernandez@utrgv.edu::4ca601a6-6f67-4b42-aa2a-1a4a5d8f2fb6" providerId="AD" clId="Web-{AC9F3B6D-A0C8-4F7C-7536-AF56F160CD72}" dt="2025-11-20T17:49:56.142" v="0"/>
          <pc:sldLayoutMkLst>
            <pc:docMk/>
            <pc:sldMasterMk cId="68497677" sldId="2147483747"/>
            <pc:sldLayoutMk cId="1901145141" sldId="2147483740"/>
          </pc:sldLayoutMkLst>
        </pc:sldLayoutChg>
        <pc:sldLayoutChg chg="add">
          <pc:chgData name="Christopher Hernandez" userId="S::christopher.hernandez@utrgv.edu::4ca601a6-6f67-4b42-aa2a-1a4a5d8f2fb6" providerId="AD" clId="Web-{AC9F3B6D-A0C8-4F7C-7536-AF56F160CD72}" dt="2025-11-20T17:49:56.142" v="0"/>
          <pc:sldLayoutMkLst>
            <pc:docMk/>
            <pc:sldMasterMk cId="68497677" sldId="2147483747"/>
            <pc:sldLayoutMk cId="4106687404" sldId="2147483741"/>
          </pc:sldLayoutMkLst>
        </pc:sldLayoutChg>
        <pc:sldLayoutChg chg="add">
          <pc:chgData name="Christopher Hernandez" userId="S::christopher.hernandez@utrgv.edu::4ca601a6-6f67-4b42-aa2a-1a4a5d8f2fb6" providerId="AD" clId="Web-{AC9F3B6D-A0C8-4F7C-7536-AF56F160CD72}" dt="2025-11-20T17:49:56.142" v="0"/>
          <pc:sldLayoutMkLst>
            <pc:docMk/>
            <pc:sldMasterMk cId="68497677" sldId="2147483747"/>
            <pc:sldLayoutMk cId="1948495125" sldId="2147483742"/>
          </pc:sldLayoutMkLst>
        </pc:sldLayoutChg>
        <pc:sldLayoutChg chg="add">
          <pc:chgData name="Christopher Hernandez" userId="S::christopher.hernandez@utrgv.edu::4ca601a6-6f67-4b42-aa2a-1a4a5d8f2fb6" providerId="AD" clId="Web-{AC9F3B6D-A0C8-4F7C-7536-AF56F160CD72}" dt="2025-11-20T17:49:56.142" v="0"/>
          <pc:sldLayoutMkLst>
            <pc:docMk/>
            <pc:sldMasterMk cId="68497677" sldId="2147483747"/>
            <pc:sldLayoutMk cId="1775204354" sldId="2147483743"/>
          </pc:sldLayoutMkLst>
        </pc:sldLayoutChg>
        <pc:sldLayoutChg chg="add">
          <pc:chgData name="Christopher Hernandez" userId="S::christopher.hernandez@utrgv.edu::4ca601a6-6f67-4b42-aa2a-1a4a5d8f2fb6" providerId="AD" clId="Web-{AC9F3B6D-A0C8-4F7C-7536-AF56F160CD72}" dt="2025-11-20T17:49:56.142" v="0"/>
          <pc:sldLayoutMkLst>
            <pc:docMk/>
            <pc:sldMasterMk cId="68497677" sldId="2147483747"/>
            <pc:sldLayoutMk cId="3180879729" sldId="2147483744"/>
          </pc:sldLayoutMkLst>
        </pc:sldLayoutChg>
        <pc:sldLayoutChg chg="add">
          <pc:chgData name="Christopher Hernandez" userId="S::christopher.hernandez@utrgv.edu::4ca601a6-6f67-4b42-aa2a-1a4a5d8f2fb6" providerId="AD" clId="Web-{AC9F3B6D-A0C8-4F7C-7536-AF56F160CD72}" dt="2025-11-20T17:49:56.142" v="0"/>
          <pc:sldLayoutMkLst>
            <pc:docMk/>
            <pc:sldMasterMk cId="68497677" sldId="2147483747"/>
            <pc:sldLayoutMk cId="967645730" sldId="2147483745"/>
          </pc:sldLayoutMkLst>
        </pc:sldLayoutChg>
        <pc:sldLayoutChg chg="add">
          <pc:chgData name="Christopher Hernandez" userId="S::christopher.hernandez@utrgv.edu::4ca601a6-6f67-4b42-aa2a-1a4a5d8f2fb6" providerId="AD" clId="Web-{AC9F3B6D-A0C8-4F7C-7536-AF56F160CD72}" dt="2025-11-20T17:49:56.142" v="0"/>
          <pc:sldLayoutMkLst>
            <pc:docMk/>
            <pc:sldMasterMk cId="68497677" sldId="2147483747"/>
            <pc:sldLayoutMk cId="3150041301" sldId="2147483746"/>
          </pc:sldLayoutMkLst>
        </pc:sldLayoutChg>
      </pc:sldMasterChg>
    </pc:docChg>
  </pc:docChgLst>
  <pc:docChgLst>
    <pc:chgData name="Francisco Zecca" userId="S::francisco.zecca01@utrgv.edu::abcc1063-6627-4aba-b89c-ceb249a455f5" providerId="AD" clId="Web-{C1BB544B-19F4-DBAC-ADCC-CD7B392452CE}"/>
    <pc:docChg chg="mod addSld delSld modSld sldOrd addMainMaster delMainMaster">
      <pc:chgData name="Francisco Zecca" userId="S::francisco.zecca01@utrgv.edu::abcc1063-6627-4aba-b89c-ceb249a455f5" providerId="AD" clId="Web-{C1BB544B-19F4-DBAC-ADCC-CD7B392452CE}" dt="2025-11-21T15:29:19.025" v="527" actId="20577"/>
      <pc:docMkLst>
        <pc:docMk/>
      </pc:docMkLst>
      <pc:sldChg chg="addSp delSp modSp mod modClrScheme delDesignElem chgLayout">
        <pc:chgData name="Francisco Zecca" userId="S::francisco.zecca01@utrgv.edu::abcc1063-6627-4aba-b89c-ceb249a455f5" providerId="AD" clId="Web-{C1BB544B-19F4-DBAC-ADCC-CD7B392452CE}" dt="2025-11-20T22:19:06.750" v="364"/>
        <pc:sldMkLst>
          <pc:docMk/>
          <pc:sldMk cId="109857222" sldId="256"/>
        </pc:sldMkLst>
        <pc:spChg chg="mod ord">
          <ac:chgData name="Francisco Zecca" userId="S::francisco.zecca01@utrgv.edu::abcc1063-6627-4aba-b89c-ceb249a455f5" providerId="AD" clId="Web-{C1BB544B-19F4-DBAC-ADCC-CD7B392452CE}" dt="2025-11-20T22:19:06.750" v="364"/>
          <ac:spMkLst>
            <pc:docMk/>
            <pc:sldMk cId="109857222" sldId="256"/>
            <ac:spMk id="2" creationId="{00000000-0000-0000-0000-000000000000}"/>
          </ac:spMkLst>
        </pc:spChg>
        <pc:spChg chg="mod ord">
          <ac:chgData name="Francisco Zecca" userId="S::francisco.zecca01@utrgv.edu::abcc1063-6627-4aba-b89c-ceb249a455f5" providerId="AD" clId="Web-{C1BB544B-19F4-DBAC-ADCC-CD7B392452CE}" dt="2025-11-20T22:19:06.750" v="364"/>
          <ac:spMkLst>
            <pc:docMk/>
            <pc:sldMk cId="109857222" sldId="256"/>
            <ac:spMk id="3" creationId="{00000000-0000-0000-0000-000000000000}"/>
          </ac:spMkLst>
        </pc:spChg>
        <pc:spChg chg="add del">
          <ac:chgData name="Francisco Zecca" userId="S::francisco.zecca01@utrgv.edu::abcc1063-6627-4aba-b89c-ceb249a455f5" providerId="AD" clId="Web-{C1BB544B-19F4-DBAC-ADCC-CD7B392452CE}" dt="2025-11-20T22:19:06.750" v="364"/>
          <ac:spMkLst>
            <pc:docMk/>
            <pc:sldMk cId="109857222" sldId="256"/>
            <ac:spMk id="59" creationId="{E20BB609-EF92-42DB-836C-0699A590B5CF}"/>
          </ac:spMkLst>
        </pc:spChg>
        <pc:spChg chg="add del">
          <ac:chgData name="Francisco Zecca" userId="S::francisco.zecca01@utrgv.edu::abcc1063-6627-4aba-b89c-ceb249a455f5" providerId="AD" clId="Web-{C1BB544B-19F4-DBAC-ADCC-CD7B392452CE}" dt="2025-11-20T22:19:06.750" v="364"/>
          <ac:spMkLst>
            <pc:docMk/>
            <pc:sldMk cId="109857222" sldId="256"/>
            <ac:spMk id="61" creationId="{40FA88D0-E295-4CF3-934C-6423EACEB025}"/>
          </ac:spMkLst>
        </pc:spChg>
        <pc:cxnChg chg="add del">
          <ac:chgData name="Francisco Zecca" userId="S::francisco.zecca01@utrgv.edu::abcc1063-6627-4aba-b89c-ceb249a455f5" providerId="AD" clId="Web-{C1BB544B-19F4-DBAC-ADCC-CD7B392452CE}" dt="2025-11-20T22:19:06.750" v="364"/>
          <ac:cxnSpMkLst>
            <pc:docMk/>
            <pc:sldMk cId="109857222" sldId="256"/>
            <ac:cxnSpMk id="63" creationId="{8F4E56A8-93D5-4BE3-AE61-84677331AD07}"/>
          </ac:cxnSpMkLst>
        </pc:cxnChg>
        <pc:cxnChg chg="add del">
          <ac:chgData name="Francisco Zecca" userId="S::francisco.zecca01@utrgv.edu::abcc1063-6627-4aba-b89c-ceb249a455f5" providerId="AD" clId="Web-{C1BB544B-19F4-DBAC-ADCC-CD7B392452CE}" dt="2025-11-20T22:19:06.750" v="364"/>
          <ac:cxnSpMkLst>
            <pc:docMk/>
            <pc:sldMk cId="109857222" sldId="256"/>
            <ac:cxnSpMk id="65" creationId="{BD492A0C-1773-477B-83B5-C707CB057709}"/>
          </ac:cxnSpMkLst>
        </pc:cxnChg>
      </pc:sldChg>
      <pc:sldChg chg="modSp mod modClrScheme chgLayout">
        <pc:chgData name="Francisco Zecca" userId="S::francisco.zecca01@utrgv.edu::abcc1063-6627-4aba-b89c-ceb249a455f5" providerId="AD" clId="Web-{C1BB544B-19F4-DBAC-ADCC-CD7B392452CE}" dt="2025-11-20T22:19:06.750" v="364"/>
        <pc:sldMkLst>
          <pc:docMk/>
          <pc:sldMk cId="3490726110" sldId="258"/>
        </pc:sldMkLst>
        <pc:spChg chg="mod ord">
          <ac:chgData name="Francisco Zecca" userId="S::francisco.zecca01@utrgv.edu::abcc1063-6627-4aba-b89c-ceb249a455f5" providerId="AD" clId="Web-{C1BB544B-19F4-DBAC-ADCC-CD7B392452CE}" dt="2025-11-20T22:19:06.750" v="364"/>
          <ac:spMkLst>
            <pc:docMk/>
            <pc:sldMk cId="3490726110" sldId="258"/>
            <ac:spMk id="2" creationId="{C7036283-7A89-3064-1C16-AF6939416F45}"/>
          </ac:spMkLst>
        </pc:spChg>
        <pc:spChg chg="mod ord">
          <ac:chgData name="Francisco Zecca" userId="S::francisco.zecca01@utrgv.edu::abcc1063-6627-4aba-b89c-ceb249a455f5" providerId="AD" clId="Web-{C1BB544B-19F4-DBAC-ADCC-CD7B392452CE}" dt="2025-11-20T22:19:06.750" v="364"/>
          <ac:spMkLst>
            <pc:docMk/>
            <pc:sldMk cId="3490726110" sldId="258"/>
            <ac:spMk id="3" creationId="{0097E49A-3784-CB69-0C33-94C9AD227891}"/>
          </ac:spMkLst>
        </pc:spChg>
        <pc:picChg chg="mod ord">
          <ac:chgData name="Francisco Zecca" userId="S::francisco.zecca01@utrgv.edu::abcc1063-6627-4aba-b89c-ceb249a455f5" providerId="AD" clId="Web-{C1BB544B-19F4-DBAC-ADCC-CD7B392452CE}" dt="2025-11-20T22:19:06.750" v="364"/>
          <ac:picMkLst>
            <pc:docMk/>
            <pc:sldMk cId="3490726110" sldId="258"/>
            <ac:picMk id="5" creationId="{2F5684AD-E016-3D4D-3A48-66E77494B5B7}"/>
          </ac:picMkLst>
        </pc:picChg>
      </pc:sldChg>
      <pc:sldChg chg="addSp delSp mod modClrScheme delDesignElem chgLayout">
        <pc:chgData name="Francisco Zecca" userId="S::francisco.zecca01@utrgv.edu::abcc1063-6627-4aba-b89c-ceb249a455f5" providerId="AD" clId="Web-{C1BB544B-19F4-DBAC-ADCC-CD7B392452CE}" dt="2025-11-20T22:19:06.750" v="364"/>
        <pc:sldMkLst>
          <pc:docMk/>
          <pc:sldMk cId="315730143" sldId="259"/>
        </pc:sldMkLst>
        <pc:spChg chg="add del">
          <ac:chgData name="Francisco Zecca" userId="S::francisco.zecca01@utrgv.edu::abcc1063-6627-4aba-b89c-ceb249a455f5" providerId="AD" clId="Web-{C1BB544B-19F4-DBAC-ADCC-CD7B392452CE}" dt="2025-11-20T22:19:06.750" v="364"/>
          <ac:spMkLst>
            <pc:docMk/>
            <pc:sldMk cId="315730143" sldId="259"/>
            <ac:spMk id="20" creationId="{92B0CFF1-78D7-4A83-A95E-71F9E3831622}"/>
          </ac:spMkLst>
        </pc:spChg>
        <pc:spChg chg="add del">
          <ac:chgData name="Francisco Zecca" userId="S::francisco.zecca01@utrgv.edu::abcc1063-6627-4aba-b89c-ceb249a455f5" providerId="AD" clId="Web-{C1BB544B-19F4-DBAC-ADCC-CD7B392452CE}" dt="2025-11-20T22:19:06.750" v="364"/>
          <ac:spMkLst>
            <pc:docMk/>
            <pc:sldMk cId="315730143" sldId="259"/>
            <ac:spMk id="22" creationId="{C12927E5-081D-440D-A775-C0AE9DA1E3EC}"/>
          </ac:spMkLst>
        </pc:spChg>
        <pc:cxnChg chg="add del">
          <ac:chgData name="Francisco Zecca" userId="S::francisco.zecca01@utrgv.edu::abcc1063-6627-4aba-b89c-ceb249a455f5" providerId="AD" clId="Web-{C1BB544B-19F4-DBAC-ADCC-CD7B392452CE}" dt="2025-11-20T22:19:06.750" v="364"/>
          <ac:cxnSpMkLst>
            <pc:docMk/>
            <pc:sldMk cId="315730143" sldId="259"/>
            <ac:cxnSpMk id="14" creationId="{108D74AC-B125-4E11-BA53-E9E383966DF8}"/>
          </ac:cxnSpMkLst>
        </pc:cxnChg>
        <pc:cxnChg chg="add del">
          <ac:chgData name="Francisco Zecca" userId="S::francisco.zecca01@utrgv.edu::abcc1063-6627-4aba-b89c-ceb249a455f5" providerId="AD" clId="Web-{C1BB544B-19F4-DBAC-ADCC-CD7B392452CE}" dt="2025-11-20T22:19:06.750" v="364"/>
          <ac:cxnSpMkLst>
            <pc:docMk/>
            <pc:sldMk cId="315730143" sldId="259"/>
            <ac:cxnSpMk id="16" creationId="{9DC76EBE-FB9D-4054-B5D8-19E3EAFE40B2}"/>
          </ac:cxnSpMkLst>
        </pc:cxnChg>
        <pc:cxnChg chg="add del">
          <ac:chgData name="Francisco Zecca" userId="S::francisco.zecca01@utrgv.edu::abcc1063-6627-4aba-b89c-ceb249a455f5" providerId="AD" clId="Web-{C1BB544B-19F4-DBAC-ADCC-CD7B392452CE}" dt="2025-11-20T22:19:06.750" v="364"/>
          <ac:cxnSpMkLst>
            <pc:docMk/>
            <pc:sldMk cId="315730143" sldId="259"/>
            <ac:cxnSpMk id="18" creationId="{E48FA233-30DB-4D0A-BF51-78D03F79F247}"/>
          </ac:cxnSpMkLst>
        </pc:cxnChg>
        <pc:cxnChg chg="add del">
          <ac:chgData name="Francisco Zecca" userId="S::francisco.zecca01@utrgv.edu::abcc1063-6627-4aba-b89c-ceb249a455f5" providerId="AD" clId="Web-{C1BB544B-19F4-DBAC-ADCC-CD7B392452CE}" dt="2025-11-20T22:19:06.750" v="364"/>
          <ac:cxnSpMkLst>
            <pc:docMk/>
            <pc:sldMk cId="315730143" sldId="259"/>
            <ac:cxnSpMk id="24" creationId="{22CDD0E7-BDD6-41F4-8AAB-088A2E8D0367}"/>
          </ac:cxnSpMkLst>
        </pc:cxnChg>
        <pc:cxnChg chg="add del">
          <ac:chgData name="Francisco Zecca" userId="S::francisco.zecca01@utrgv.edu::abcc1063-6627-4aba-b89c-ceb249a455f5" providerId="AD" clId="Web-{C1BB544B-19F4-DBAC-ADCC-CD7B392452CE}" dt="2025-11-20T22:19:06.750" v="364"/>
          <ac:cxnSpMkLst>
            <pc:docMk/>
            <pc:sldMk cId="315730143" sldId="259"/>
            <ac:cxnSpMk id="26" creationId="{C4558310-C928-4426-BFAC-68450D291D0A}"/>
          </ac:cxnSpMkLst>
        </pc:cxnChg>
        <pc:cxnChg chg="add del">
          <ac:chgData name="Francisco Zecca" userId="S::francisco.zecca01@utrgv.edu::abcc1063-6627-4aba-b89c-ceb249a455f5" providerId="AD" clId="Web-{C1BB544B-19F4-DBAC-ADCC-CD7B392452CE}" dt="2025-11-20T22:19:06.750" v="364"/>
          <ac:cxnSpMkLst>
            <pc:docMk/>
            <pc:sldMk cId="315730143" sldId="259"/>
            <ac:cxnSpMk id="28" creationId="{B58B45F5-E162-4AF7-9E46-A4290969B479}"/>
          </ac:cxnSpMkLst>
        </pc:cxnChg>
      </pc:sldChg>
      <pc:sldChg chg="modSp mod modClrScheme chgLayout">
        <pc:chgData name="Francisco Zecca" userId="S::francisco.zecca01@utrgv.edu::abcc1063-6627-4aba-b89c-ceb249a455f5" providerId="AD" clId="Web-{C1BB544B-19F4-DBAC-ADCC-CD7B392452CE}" dt="2025-11-20T22:19:06.750" v="364"/>
        <pc:sldMkLst>
          <pc:docMk/>
          <pc:sldMk cId="3346812268" sldId="261"/>
        </pc:sldMkLst>
        <pc:spChg chg="mod ord">
          <ac:chgData name="Francisco Zecca" userId="S::francisco.zecca01@utrgv.edu::abcc1063-6627-4aba-b89c-ceb249a455f5" providerId="AD" clId="Web-{C1BB544B-19F4-DBAC-ADCC-CD7B392452CE}" dt="2025-11-20T22:19:06.750" v="364"/>
          <ac:spMkLst>
            <pc:docMk/>
            <pc:sldMk cId="3346812268" sldId="261"/>
            <ac:spMk id="2" creationId="{FADB7705-BFC6-5143-7063-69F6C3B98E10}"/>
          </ac:spMkLst>
        </pc:spChg>
        <pc:spChg chg="mod ord">
          <ac:chgData name="Francisco Zecca" userId="S::francisco.zecca01@utrgv.edu::abcc1063-6627-4aba-b89c-ceb249a455f5" providerId="AD" clId="Web-{C1BB544B-19F4-DBAC-ADCC-CD7B392452CE}" dt="2025-11-20T22:19:06.750" v="364"/>
          <ac:spMkLst>
            <pc:docMk/>
            <pc:sldMk cId="3346812268" sldId="261"/>
            <ac:spMk id="3" creationId="{DCA197A0-CAD1-B842-D861-D7C1F9765A44}"/>
          </ac:spMkLst>
        </pc:spChg>
        <pc:spChg chg="mod ord">
          <ac:chgData name="Francisco Zecca" userId="S::francisco.zecca01@utrgv.edu::abcc1063-6627-4aba-b89c-ceb249a455f5" providerId="AD" clId="Web-{C1BB544B-19F4-DBAC-ADCC-CD7B392452CE}" dt="2025-11-20T22:19:06.750" v="364"/>
          <ac:spMkLst>
            <pc:docMk/>
            <pc:sldMk cId="3346812268" sldId="261"/>
            <ac:spMk id="4" creationId="{C16FC695-DED0-3496-DCD4-FD77803A08EB}"/>
          </ac:spMkLst>
        </pc:spChg>
        <pc:spChg chg="mod ord">
          <ac:chgData name="Francisco Zecca" userId="S::francisco.zecca01@utrgv.edu::abcc1063-6627-4aba-b89c-ceb249a455f5" providerId="AD" clId="Web-{C1BB544B-19F4-DBAC-ADCC-CD7B392452CE}" dt="2025-11-20T22:19:06.750" v="364"/>
          <ac:spMkLst>
            <pc:docMk/>
            <pc:sldMk cId="3346812268" sldId="261"/>
            <ac:spMk id="5" creationId="{0B77B659-4483-E37A-04F1-C99982370BB6}"/>
          </ac:spMkLst>
        </pc:spChg>
        <pc:spChg chg="mod ord">
          <ac:chgData name="Francisco Zecca" userId="S::francisco.zecca01@utrgv.edu::abcc1063-6627-4aba-b89c-ceb249a455f5" providerId="AD" clId="Web-{C1BB544B-19F4-DBAC-ADCC-CD7B392452CE}" dt="2025-11-20T22:19:06.750" v="364"/>
          <ac:spMkLst>
            <pc:docMk/>
            <pc:sldMk cId="3346812268" sldId="261"/>
            <ac:spMk id="6" creationId="{16DD7C0F-2B4D-7B9C-58E4-6E219F09DABC}"/>
          </ac:spMkLst>
        </pc:spChg>
      </pc:sldChg>
      <pc:sldChg chg="modSp mod modClrScheme chgLayout">
        <pc:chgData name="Francisco Zecca" userId="S::francisco.zecca01@utrgv.edu::abcc1063-6627-4aba-b89c-ceb249a455f5" providerId="AD" clId="Web-{C1BB544B-19F4-DBAC-ADCC-CD7B392452CE}" dt="2025-11-20T22:19:06.750" v="364"/>
        <pc:sldMkLst>
          <pc:docMk/>
          <pc:sldMk cId="3233500597" sldId="262"/>
        </pc:sldMkLst>
        <pc:spChg chg="mod ord">
          <ac:chgData name="Francisco Zecca" userId="S::francisco.zecca01@utrgv.edu::abcc1063-6627-4aba-b89c-ceb249a455f5" providerId="AD" clId="Web-{C1BB544B-19F4-DBAC-ADCC-CD7B392452CE}" dt="2025-11-20T22:19:06.750" v="364"/>
          <ac:spMkLst>
            <pc:docMk/>
            <pc:sldMk cId="3233500597" sldId="262"/>
            <ac:spMk id="2" creationId="{78E6C914-1A81-B890-6CBB-5B58C2261AB5}"/>
          </ac:spMkLst>
        </pc:spChg>
        <pc:spChg chg="mod ord">
          <ac:chgData name="Francisco Zecca" userId="S::francisco.zecca01@utrgv.edu::abcc1063-6627-4aba-b89c-ceb249a455f5" providerId="AD" clId="Web-{C1BB544B-19F4-DBAC-ADCC-CD7B392452CE}" dt="2025-11-20T22:19:06.750" v="364"/>
          <ac:spMkLst>
            <pc:docMk/>
            <pc:sldMk cId="3233500597" sldId="262"/>
            <ac:spMk id="3" creationId="{48D8770E-DF4B-CF6E-73E0-61280334083C}"/>
          </ac:spMkLst>
        </pc:spChg>
        <pc:spChg chg="mod ord">
          <ac:chgData name="Francisco Zecca" userId="S::francisco.zecca01@utrgv.edu::abcc1063-6627-4aba-b89c-ceb249a455f5" providerId="AD" clId="Web-{C1BB544B-19F4-DBAC-ADCC-CD7B392452CE}" dt="2025-11-20T22:19:06.750" v="364"/>
          <ac:spMkLst>
            <pc:docMk/>
            <pc:sldMk cId="3233500597" sldId="262"/>
            <ac:spMk id="4" creationId="{823C74B7-E71A-F7BE-FFC3-18198E59FC0E}"/>
          </ac:spMkLst>
        </pc:spChg>
      </pc:sldChg>
      <pc:sldChg chg="modSp mod modClrScheme chgLayout">
        <pc:chgData name="Francisco Zecca" userId="S::francisco.zecca01@utrgv.edu::abcc1063-6627-4aba-b89c-ceb249a455f5" providerId="AD" clId="Web-{C1BB544B-19F4-DBAC-ADCC-CD7B392452CE}" dt="2025-11-20T22:19:06.750" v="364"/>
        <pc:sldMkLst>
          <pc:docMk/>
          <pc:sldMk cId="3179649410" sldId="263"/>
        </pc:sldMkLst>
        <pc:spChg chg="mod ord">
          <ac:chgData name="Francisco Zecca" userId="S::francisco.zecca01@utrgv.edu::abcc1063-6627-4aba-b89c-ceb249a455f5" providerId="AD" clId="Web-{C1BB544B-19F4-DBAC-ADCC-CD7B392452CE}" dt="2025-11-20T22:19:06.750" v="364"/>
          <ac:spMkLst>
            <pc:docMk/>
            <pc:sldMk cId="3179649410" sldId="263"/>
            <ac:spMk id="2" creationId="{727AA8AC-582E-F70B-B2BE-B0C35ADEEC49}"/>
          </ac:spMkLst>
        </pc:spChg>
        <pc:spChg chg="mod ord">
          <ac:chgData name="Francisco Zecca" userId="S::francisco.zecca01@utrgv.edu::abcc1063-6627-4aba-b89c-ceb249a455f5" providerId="AD" clId="Web-{C1BB544B-19F4-DBAC-ADCC-CD7B392452CE}" dt="2025-11-20T22:19:06.750" v="364"/>
          <ac:spMkLst>
            <pc:docMk/>
            <pc:sldMk cId="3179649410" sldId="263"/>
            <ac:spMk id="3" creationId="{EE1ADA43-FD4B-C3C8-ED2C-912B11C7928D}"/>
          </ac:spMkLst>
        </pc:spChg>
        <pc:spChg chg="mod ord">
          <ac:chgData name="Francisco Zecca" userId="S::francisco.zecca01@utrgv.edu::abcc1063-6627-4aba-b89c-ceb249a455f5" providerId="AD" clId="Web-{C1BB544B-19F4-DBAC-ADCC-CD7B392452CE}" dt="2025-11-20T22:19:06.750" v="364"/>
          <ac:spMkLst>
            <pc:docMk/>
            <pc:sldMk cId="3179649410" sldId="263"/>
            <ac:spMk id="4" creationId="{6007C325-6CF3-30C3-A8BA-6A7CDC3BB8DA}"/>
          </ac:spMkLst>
        </pc:spChg>
      </pc:sldChg>
      <pc:sldChg chg="addSp delSp modSp mod modClrScheme chgLayout">
        <pc:chgData name="Francisco Zecca" userId="S::francisco.zecca01@utrgv.edu::abcc1063-6627-4aba-b89c-ceb249a455f5" providerId="AD" clId="Web-{C1BB544B-19F4-DBAC-ADCC-CD7B392452CE}" dt="2025-11-20T22:19:06.750" v="364"/>
        <pc:sldMkLst>
          <pc:docMk/>
          <pc:sldMk cId="3957907035" sldId="264"/>
        </pc:sldMkLst>
        <pc:spChg chg="mod ord">
          <ac:chgData name="Francisco Zecca" userId="S::francisco.zecca01@utrgv.edu::abcc1063-6627-4aba-b89c-ceb249a455f5" providerId="AD" clId="Web-{C1BB544B-19F4-DBAC-ADCC-CD7B392452CE}" dt="2025-11-20T22:19:06.750" v="364"/>
          <ac:spMkLst>
            <pc:docMk/>
            <pc:sldMk cId="3957907035" sldId="264"/>
            <ac:spMk id="2" creationId="{516473A6-CB75-D0C8-8E6B-888D18F89A99}"/>
          </ac:spMkLst>
        </pc:spChg>
        <pc:spChg chg="add del mod ord">
          <ac:chgData name="Francisco Zecca" userId="S::francisco.zecca01@utrgv.edu::abcc1063-6627-4aba-b89c-ceb249a455f5" providerId="AD" clId="Web-{C1BB544B-19F4-DBAC-ADCC-CD7B392452CE}" dt="2025-11-20T22:19:06.750" v="364"/>
          <ac:spMkLst>
            <pc:docMk/>
            <pc:sldMk cId="3957907035" sldId="264"/>
            <ac:spMk id="3" creationId="{6FF74A37-9DA7-570B-19F3-78734C39C2F8}"/>
          </ac:spMkLst>
        </pc:spChg>
        <pc:spChg chg="mod ord">
          <ac:chgData name="Francisco Zecca" userId="S::francisco.zecca01@utrgv.edu::abcc1063-6627-4aba-b89c-ceb249a455f5" providerId="AD" clId="Web-{C1BB544B-19F4-DBAC-ADCC-CD7B392452CE}" dt="2025-11-20T22:19:06.750" v="364"/>
          <ac:spMkLst>
            <pc:docMk/>
            <pc:sldMk cId="3957907035" sldId="264"/>
            <ac:spMk id="4" creationId="{23A04D12-C190-189E-7F91-0572A4774748}"/>
          </ac:spMkLst>
        </pc:spChg>
        <pc:graphicFrameChg chg="add del">
          <ac:chgData name="Francisco Zecca" userId="S::francisco.zecca01@utrgv.edu::abcc1063-6627-4aba-b89c-ceb249a455f5" providerId="AD" clId="Web-{C1BB544B-19F4-DBAC-ADCC-CD7B392452CE}" dt="2025-11-20T21:29:02.368" v="269"/>
          <ac:graphicFrameMkLst>
            <pc:docMk/>
            <pc:sldMk cId="3957907035" sldId="264"/>
            <ac:graphicFrameMk id="6" creationId="{ACC30E79-EEAC-A736-288F-1A1CA7CEF92B}"/>
          </ac:graphicFrameMkLst>
        </pc:graphicFrameChg>
      </pc:sldChg>
      <pc:sldChg chg="addSp delSp modSp new mod ord setBg modClrScheme chgLayout">
        <pc:chgData name="Francisco Zecca" userId="S::francisco.zecca01@utrgv.edu::abcc1063-6627-4aba-b89c-ceb249a455f5" providerId="AD" clId="Web-{C1BB544B-19F4-DBAC-ADCC-CD7B392452CE}" dt="2025-11-20T22:20:39.781" v="370" actId="20577"/>
        <pc:sldMkLst>
          <pc:docMk/>
          <pc:sldMk cId="159430962" sldId="265"/>
        </pc:sldMkLst>
        <pc:spChg chg="mod ord">
          <ac:chgData name="Francisco Zecca" userId="S::francisco.zecca01@utrgv.edu::abcc1063-6627-4aba-b89c-ceb249a455f5" providerId="AD" clId="Web-{C1BB544B-19F4-DBAC-ADCC-CD7B392452CE}" dt="2025-11-20T22:19:42.844" v="366" actId="20577"/>
          <ac:spMkLst>
            <pc:docMk/>
            <pc:sldMk cId="159430962" sldId="265"/>
            <ac:spMk id="2" creationId="{765BA046-C32E-397A-E91C-AD7FD6DA3BB4}"/>
          </ac:spMkLst>
        </pc:spChg>
        <pc:spChg chg="mod ord">
          <ac:chgData name="Francisco Zecca" userId="S::francisco.zecca01@utrgv.edu::abcc1063-6627-4aba-b89c-ceb249a455f5" providerId="AD" clId="Web-{C1BB544B-19F4-DBAC-ADCC-CD7B392452CE}" dt="2025-11-20T22:20:25.765" v="368" actId="20577"/>
          <ac:spMkLst>
            <pc:docMk/>
            <pc:sldMk cId="159430962" sldId="265"/>
            <ac:spMk id="3" creationId="{80C88B6B-D72F-75DE-0278-94595254A069}"/>
          </ac:spMkLst>
        </pc:spChg>
        <pc:spChg chg="mod ord">
          <ac:chgData name="Francisco Zecca" userId="S::francisco.zecca01@utrgv.edu::abcc1063-6627-4aba-b89c-ceb249a455f5" providerId="AD" clId="Web-{C1BB544B-19F4-DBAC-ADCC-CD7B392452CE}" dt="2025-11-20T22:20:12.312" v="367" actId="20577"/>
          <ac:spMkLst>
            <pc:docMk/>
            <pc:sldMk cId="159430962" sldId="265"/>
            <ac:spMk id="4" creationId="{FA051564-F484-9E33-EB82-FC1A09D5F00B}"/>
          </ac:spMkLst>
        </pc:spChg>
        <pc:spChg chg="mod ord">
          <ac:chgData name="Francisco Zecca" userId="S::francisco.zecca01@utrgv.edu::abcc1063-6627-4aba-b89c-ceb249a455f5" providerId="AD" clId="Web-{C1BB544B-19F4-DBAC-ADCC-CD7B392452CE}" dt="2025-11-20T22:20:32.484" v="369" actId="20577"/>
          <ac:spMkLst>
            <pc:docMk/>
            <pc:sldMk cId="159430962" sldId="265"/>
            <ac:spMk id="5" creationId="{3A45044B-2612-58DA-2464-C01C562392DD}"/>
          </ac:spMkLst>
        </pc:spChg>
        <pc:spChg chg="mod ord">
          <ac:chgData name="Francisco Zecca" userId="S::francisco.zecca01@utrgv.edu::abcc1063-6627-4aba-b89c-ceb249a455f5" providerId="AD" clId="Web-{C1BB544B-19F4-DBAC-ADCC-CD7B392452CE}" dt="2025-11-20T22:20:39.781" v="370" actId="20577"/>
          <ac:spMkLst>
            <pc:docMk/>
            <pc:sldMk cId="159430962" sldId="265"/>
            <ac:spMk id="6" creationId="{38EE3420-6525-BA77-F622-B86534047FF0}"/>
          </ac:spMkLst>
        </pc:spChg>
        <pc:picChg chg="add del mod">
          <ac:chgData name="Francisco Zecca" userId="S::francisco.zecca01@utrgv.edu::abcc1063-6627-4aba-b89c-ceb249a455f5" providerId="AD" clId="Web-{C1BB544B-19F4-DBAC-ADCC-CD7B392452CE}" dt="2025-11-20T21:19:12.229" v="237"/>
          <ac:picMkLst>
            <pc:docMk/>
            <pc:sldMk cId="159430962" sldId="265"/>
            <ac:picMk id="7" creationId="{3B86936D-13A0-2DDD-3D9C-9A8717926BE3}"/>
          </ac:picMkLst>
        </pc:picChg>
      </pc:sldChg>
      <pc:sldChg chg="addSp delSp modSp new mod setBg modClrScheme delDesignElem chgLayout">
        <pc:chgData name="Francisco Zecca" userId="S::francisco.zecca01@utrgv.edu::abcc1063-6627-4aba-b89c-ceb249a455f5" providerId="AD" clId="Web-{C1BB544B-19F4-DBAC-ADCC-CD7B392452CE}" dt="2025-11-21T15:20:09.276" v="494" actId="20577"/>
        <pc:sldMkLst>
          <pc:docMk/>
          <pc:sldMk cId="3232001409" sldId="266"/>
        </pc:sldMkLst>
        <pc:spChg chg="mod ord">
          <ac:chgData name="Francisco Zecca" userId="S::francisco.zecca01@utrgv.edu::abcc1063-6627-4aba-b89c-ceb249a455f5" providerId="AD" clId="Web-{C1BB544B-19F4-DBAC-ADCC-CD7B392452CE}" dt="2025-11-20T22:20:54.703" v="372" actId="20577"/>
          <ac:spMkLst>
            <pc:docMk/>
            <pc:sldMk cId="3232001409" sldId="266"/>
            <ac:spMk id="2" creationId="{31934FF5-1F4A-469E-CF58-62C6E124D14C}"/>
          </ac:spMkLst>
        </pc:spChg>
        <pc:spChg chg="del mod">
          <ac:chgData name="Francisco Zecca" userId="S::francisco.zecca01@utrgv.edu::abcc1063-6627-4aba-b89c-ceb249a455f5" providerId="AD" clId="Web-{C1BB544B-19F4-DBAC-ADCC-CD7B392452CE}" dt="2025-11-20T20:45:30.630" v="146"/>
          <ac:spMkLst>
            <pc:docMk/>
            <pc:sldMk cId="3232001409" sldId="266"/>
            <ac:spMk id="3" creationId="{C5AC8F0E-2CC8-0D9B-4A21-5D90D34445B2}"/>
          </ac:spMkLst>
        </pc:spChg>
        <pc:spChg chg="add del">
          <ac:chgData name="Francisco Zecca" userId="S::francisco.zecca01@utrgv.edu::abcc1063-6627-4aba-b89c-ceb249a455f5" providerId="AD" clId="Web-{C1BB544B-19F4-DBAC-ADCC-CD7B392452CE}" dt="2025-11-20T20:45:55.114" v="149"/>
          <ac:spMkLst>
            <pc:docMk/>
            <pc:sldMk cId="3232001409" sldId="266"/>
            <ac:spMk id="9" creationId="{728CACC5-D86B-49F3-9C70-374B1C9717BD}"/>
          </ac:spMkLst>
        </pc:spChg>
        <pc:spChg chg="add del">
          <ac:chgData name="Francisco Zecca" userId="S::francisco.zecca01@utrgv.edu::abcc1063-6627-4aba-b89c-ceb249a455f5" providerId="AD" clId="Web-{C1BB544B-19F4-DBAC-ADCC-CD7B392452CE}" dt="2025-11-20T22:19:06.750" v="364"/>
          <ac:spMkLst>
            <pc:docMk/>
            <pc:sldMk cId="3232001409" sldId="266"/>
            <ac:spMk id="21" creationId="{612EE356-A629-4F1A-9BAD-E21B3B10D5C7}"/>
          </ac:spMkLst>
        </pc:spChg>
        <pc:spChg chg="add del">
          <ac:chgData name="Francisco Zecca" userId="S::francisco.zecca01@utrgv.edu::abcc1063-6627-4aba-b89c-ceb249a455f5" providerId="AD" clId="Web-{C1BB544B-19F4-DBAC-ADCC-CD7B392452CE}" dt="2025-11-20T22:19:06.750" v="364"/>
          <ac:spMkLst>
            <pc:docMk/>
            <pc:sldMk cId="3232001409" sldId="266"/>
            <ac:spMk id="23" creationId="{28B7ED41-F3D7-4286-AD0B-B4A216D7E1E1}"/>
          </ac:spMkLst>
        </pc:spChg>
        <pc:graphicFrameChg chg="add del">
          <ac:chgData name="Francisco Zecca" userId="S::francisco.zecca01@utrgv.edu::abcc1063-6627-4aba-b89c-ceb249a455f5" providerId="AD" clId="Web-{C1BB544B-19F4-DBAC-ADCC-CD7B392452CE}" dt="2025-11-20T20:45:55.114" v="149"/>
          <ac:graphicFrameMkLst>
            <pc:docMk/>
            <pc:sldMk cId="3232001409" sldId="266"/>
            <ac:graphicFrameMk id="5" creationId="{1689FE7E-83E5-FBC2-50E7-143075374215}"/>
          </ac:graphicFrameMkLst>
        </pc:graphicFrameChg>
        <pc:graphicFrameChg chg="add modGraphic">
          <ac:chgData name="Francisco Zecca" userId="S::francisco.zecca01@utrgv.edu::abcc1063-6627-4aba-b89c-ceb249a455f5" providerId="AD" clId="Web-{C1BB544B-19F4-DBAC-ADCC-CD7B392452CE}" dt="2025-11-21T15:20:09.276" v="494" actId="20577"/>
          <ac:graphicFrameMkLst>
            <pc:docMk/>
            <pc:sldMk cId="3232001409" sldId="266"/>
            <ac:graphicFrameMk id="17" creationId="{9170A861-2190-D8DB-CD51-1ABC51B304B6}"/>
          </ac:graphicFrameMkLst>
        </pc:graphicFrameChg>
        <pc:cxnChg chg="add">
          <ac:chgData name="Francisco Zecca" userId="S::francisco.zecca01@utrgv.edu::abcc1063-6627-4aba-b89c-ceb249a455f5" providerId="AD" clId="Web-{C1BB544B-19F4-DBAC-ADCC-CD7B392452CE}" dt="2025-11-20T20:45:30.630" v="146"/>
          <ac:cxnSpMkLst>
            <pc:docMk/>
            <pc:sldMk cId="3232001409" sldId="266"/>
            <ac:cxnSpMk id="11" creationId="{ABFB8799-63B8-4407-9098-F9346BDCDF45}"/>
          </ac:cxnSpMkLst>
        </pc:cxnChg>
        <pc:cxnChg chg="add del">
          <ac:chgData name="Francisco Zecca" userId="S::francisco.zecca01@utrgv.edu::abcc1063-6627-4aba-b89c-ceb249a455f5" providerId="AD" clId="Web-{C1BB544B-19F4-DBAC-ADCC-CD7B392452CE}" dt="2025-11-20T20:45:55.114" v="149"/>
          <ac:cxnSpMkLst>
            <pc:docMk/>
            <pc:sldMk cId="3232001409" sldId="266"/>
            <ac:cxnSpMk id="13" creationId="{08990BBA-8A0B-4EF5-A122-0815DEC19410}"/>
          </ac:cxnSpMkLst>
        </pc:cxnChg>
        <pc:cxnChg chg="add del">
          <ac:chgData name="Francisco Zecca" userId="S::francisco.zecca01@utrgv.edu::abcc1063-6627-4aba-b89c-ceb249a455f5" providerId="AD" clId="Web-{C1BB544B-19F4-DBAC-ADCC-CD7B392452CE}" dt="2025-11-20T20:45:55.114" v="149"/>
          <ac:cxnSpMkLst>
            <pc:docMk/>
            <pc:sldMk cId="3232001409" sldId="266"/>
            <ac:cxnSpMk id="15" creationId="{DBBBC5F1-8CFF-46BA-BD62-FC5AA477AAFB}"/>
          </ac:cxnSpMkLst>
        </pc:cxnChg>
        <pc:cxnChg chg="add del">
          <ac:chgData name="Francisco Zecca" userId="S::francisco.zecca01@utrgv.edu::abcc1063-6627-4aba-b89c-ceb249a455f5" providerId="AD" clId="Web-{C1BB544B-19F4-DBAC-ADCC-CD7B392452CE}" dt="2025-11-20T22:19:06.750" v="364"/>
          <ac:cxnSpMkLst>
            <pc:docMk/>
            <pc:sldMk cId="3232001409" sldId="266"/>
            <ac:cxnSpMk id="25" creationId="{0317483B-E60B-4F41-9448-D757B9FCD21D}"/>
          </ac:cxnSpMkLst>
        </pc:cxnChg>
        <pc:cxnChg chg="add del">
          <ac:chgData name="Francisco Zecca" userId="S::francisco.zecca01@utrgv.edu::abcc1063-6627-4aba-b89c-ceb249a455f5" providerId="AD" clId="Web-{C1BB544B-19F4-DBAC-ADCC-CD7B392452CE}" dt="2025-11-20T22:19:06.750" v="364"/>
          <ac:cxnSpMkLst>
            <pc:docMk/>
            <pc:sldMk cId="3232001409" sldId="266"/>
            <ac:cxnSpMk id="27" creationId="{2EB44B66-1945-4638-8E9A-4F49493D7F27}"/>
          </ac:cxnSpMkLst>
        </pc:cxnChg>
      </pc:sldChg>
      <pc:sldChg chg="modSp new del">
        <pc:chgData name="Francisco Zecca" userId="S::francisco.zecca01@utrgv.edu::abcc1063-6627-4aba-b89c-ceb249a455f5" providerId="AD" clId="Web-{C1BB544B-19F4-DBAC-ADCC-CD7B392452CE}" dt="2025-11-20T20:45:04.161" v="129"/>
        <pc:sldMkLst>
          <pc:docMk/>
          <pc:sldMk cId="3500015259" sldId="266"/>
        </pc:sldMkLst>
        <pc:spChg chg="mod">
          <ac:chgData name="Francisco Zecca" userId="S::francisco.zecca01@utrgv.edu::abcc1063-6627-4aba-b89c-ceb249a455f5" providerId="AD" clId="Web-{C1BB544B-19F4-DBAC-ADCC-CD7B392452CE}" dt="2025-11-20T20:42:41.162" v="121" actId="20577"/>
          <ac:spMkLst>
            <pc:docMk/>
            <pc:sldMk cId="3500015259" sldId="266"/>
            <ac:spMk id="2" creationId="{370286A9-EF0C-702C-3128-6F6749B01344}"/>
          </ac:spMkLst>
        </pc:spChg>
        <pc:spChg chg="mod">
          <ac:chgData name="Francisco Zecca" userId="S::francisco.zecca01@utrgv.edu::abcc1063-6627-4aba-b89c-ceb249a455f5" providerId="AD" clId="Web-{C1BB544B-19F4-DBAC-ADCC-CD7B392452CE}" dt="2025-11-20T20:44:09.349" v="128" actId="20577"/>
          <ac:spMkLst>
            <pc:docMk/>
            <pc:sldMk cId="3500015259" sldId="266"/>
            <ac:spMk id="4" creationId="{FA024912-161A-A14D-80E9-57FAA2DA6D7A}"/>
          </ac:spMkLst>
        </pc:spChg>
        <pc:spChg chg="mod">
          <ac:chgData name="Francisco Zecca" userId="S::francisco.zecca01@utrgv.edu::abcc1063-6627-4aba-b89c-ceb249a455f5" providerId="AD" clId="Web-{C1BB544B-19F4-DBAC-ADCC-CD7B392452CE}" dt="2025-11-20T20:44:09.349" v="128" actId="20577"/>
          <ac:spMkLst>
            <pc:docMk/>
            <pc:sldMk cId="3500015259" sldId="266"/>
            <ac:spMk id="6" creationId="{10E6B1F7-D132-5372-A91C-6411DBFC9BE9}"/>
          </ac:spMkLst>
        </pc:spChg>
      </pc:sldChg>
      <pc:sldChg chg="addSp delSp modSp new mod setBg modClrScheme chgLayout">
        <pc:chgData name="Francisco Zecca" userId="S::francisco.zecca01@utrgv.edu::abcc1063-6627-4aba-b89c-ceb249a455f5" providerId="AD" clId="Web-{C1BB544B-19F4-DBAC-ADCC-CD7B392452CE}" dt="2025-11-21T15:27:59.415" v="518" actId="20577"/>
        <pc:sldMkLst>
          <pc:docMk/>
          <pc:sldMk cId="1177212850" sldId="267"/>
        </pc:sldMkLst>
        <pc:spChg chg="mod ord">
          <ac:chgData name="Francisco Zecca" userId="S::francisco.zecca01@utrgv.edu::abcc1063-6627-4aba-b89c-ceb249a455f5" providerId="AD" clId="Web-{C1BB544B-19F4-DBAC-ADCC-CD7B392452CE}" dt="2025-11-20T22:21:09.109" v="374" actId="20577"/>
          <ac:spMkLst>
            <pc:docMk/>
            <pc:sldMk cId="1177212850" sldId="267"/>
            <ac:spMk id="2" creationId="{0B942BF8-4ED9-F7C0-4836-1AAB2E1625FB}"/>
          </ac:spMkLst>
        </pc:spChg>
        <pc:spChg chg="mod ord">
          <ac:chgData name="Francisco Zecca" userId="S::francisco.zecca01@utrgv.edu::abcc1063-6627-4aba-b89c-ceb249a455f5" providerId="AD" clId="Web-{C1BB544B-19F4-DBAC-ADCC-CD7B392452CE}" dt="2025-11-20T22:21:15.531" v="375" actId="20577"/>
          <ac:spMkLst>
            <pc:docMk/>
            <pc:sldMk cId="1177212850" sldId="267"/>
            <ac:spMk id="3" creationId="{8A460DBA-53BE-B97A-F043-3358FC9844B3}"/>
          </ac:spMkLst>
        </pc:spChg>
        <pc:spChg chg="mod ord">
          <ac:chgData name="Francisco Zecca" userId="S::francisco.zecca01@utrgv.edu::abcc1063-6627-4aba-b89c-ceb249a455f5" providerId="AD" clId="Web-{C1BB544B-19F4-DBAC-ADCC-CD7B392452CE}" dt="2025-11-20T22:21:21.437" v="376" actId="20577"/>
          <ac:spMkLst>
            <pc:docMk/>
            <pc:sldMk cId="1177212850" sldId="267"/>
            <ac:spMk id="4" creationId="{952FE1F5-3332-B5A8-89D0-25D9009A6246}"/>
          </ac:spMkLst>
        </pc:spChg>
        <pc:spChg chg="add del">
          <ac:chgData name="Francisco Zecca" userId="S::francisco.zecca01@utrgv.edu::abcc1063-6627-4aba-b89c-ceb249a455f5" providerId="AD" clId="Web-{C1BB544B-19F4-DBAC-ADCC-CD7B392452CE}" dt="2025-11-20T21:11:20.483" v="220"/>
          <ac:spMkLst>
            <pc:docMk/>
            <pc:sldMk cId="1177212850" sldId="267"/>
            <ac:spMk id="5" creationId="{2B79ABAE-C5E2-1A2E-AE85-3CBBADF0585F}"/>
          </ac:spMkLst>
        </pc:spChg>
        <pc:spChg chg="add mod">
          <ac:chgData name="Francisco Zecca" userId="S::francisco.zecca01@utrgv.edu::abcc1063-6627-4aba-b89c-ceb249a455f5" providerId="AD" clId="Web-{C1BB544B-19F4-DBAC-ADCC-CD7B392452CE}" dt="2025-11-20T22:21:27.125" v="377" actId="20577"/>
          <ac:spMkLst>
            <pc:docMk/>
            <pc:sldMk cId="1177212850" sldId="267"/>
            <ac:spMk id="6" creationId="{612E5C92-32C5-875D-8ECA-1FE0CB60EB76}"/>
          </ac:spMkLst>
        </pc:spChg>
        <pc:spChg chg="add mod">
          <ac:chgData name="Francisco Zecca" userId="S::francisco.zecca01@utrgv.edu::abcc1063-6627-4aba-b89c-ceb249a455f5" providerId="AD" clId="Web-{C1BB544B-19F4-DBAC-ADCC-CD7B392452CE}" dt="2025-11-21T15:27:59.415" v="518" actId="20577"/>
          <ac:spMkLst>
            <pc:docMk/>
            <pc:sldMk cId="1177212850" sldId="267"/>
            <ac:spMk id="7" creationId="{031B3E32-080F-A670-ACF7-2C96F9B9DDB5}"/>
          </ac:spMkLst>
        </pc:spChg>
        <pc:picChg chg="add del mod">
          <ac:chgData name="Francisco Zecca" userId="S::francisco.zecca01@utrgv.edu::abcc1063-6627-4aba-b89c-ceb249a455f5" providerId="AD" clId="Web-{C1BB544B-19F4-DBAC-ADCC-CD7B392452CE}" dt="2025-11-20T21:25:44.447" v="266"/>
          <ac:picMkLst>
            <pc:docMk/>
            <pc:sldMk cId="1177212850" sldId="267"/>
            <ac:picMk id="8" creationId="{05BDB308-B0F4-BC03-5B82-53FEFCBCD13C}"/>
          </ac:picMkLst>
        </pc:picChg>
      </pc:sldChg>
      <pc:sldChg chg="addSp delSp modSp new del">
        <pc:chgData name="Francisco Zecca" userId="S::francisco.zecca01@utrgv.edu::abcc1063-6627-4aba-b89c-ceb249a455f5" providerId="AD" clId="Web-{C1BB544B-19F4-DBAC-ADCC-CD7B392452CE}" dt="2025-11-20T21:07:40.311" v="188"/>
        <pc:sldMkLst>
          <pc:docMk/>
          <pc:sldMk cId="2612812969" sldId="267"/>
        </pc:sldMkLst>
        <pc:spChg chg="mod">
          <ac:chgData name="Francisco Zecca" userId="S::francisco.zecca01@utrgv.edu::abcc1063-6627-4aba-b89c-ceb249a455f5" providerId="AD" clId="Web-{C1BB544B-19F4-DBAC-ADCC-CD7B392452CE}" dt="2025-11-20T21:03:45.468" v="162" actId="20577"/>
          <ac:spMkLst>
            <pc:docMk/>
            <pc:sldMk cId="2612812969" sldId="267"/>
            <ac:spMk id="2" creationId="{E0385AAD-03BB-C207-14CA-0551E2710299}"/>
          </ac:spMkLst>
        </pc:spChg>
        <pc:spChg chg="del mod">
          <ac:chgData name="Francisco Zecca" userId="S::francisco.zecca01@utrgv.edu::abcc1063-6627-4aba-b89c-ceb249a455f5" providerId="AD" clId="Web-{C1BB544B-19F4-DBAC-ADCC-CD7B392452CE}" dt="2025-11-20T21:05:04.718" v="178"/>
          <ac:spMkLst>
            <pc:docMk/>
            <pc:sldMk cId="2612812969" sldId="267"/>
            <ac:spMk id="3" creationId="{FCD7F31A-8835-2418-F527-D81521A2CC7E}"/>
          </ac:spMkLst>
        </pc:spChg>
        <pc:spChg chg="add del">
          <ac:chgData name="Francisco Zecca" userId="S::francisco.zecca01@utrgv.edu::abcc1063-6627-4aba-b89c-ceb249a455f5" providerId="AD" clId="Web-{C1BB544B-19F4-DBAC-ADCC-CD7B392452CE}" dt="2025-11-20T21:04:16.296" v="170"/>
          <ac:spMkLst>
            <pc:docMk/>
            <pc:sldMk cId="2612812969" sldId="267"/>
            <ac:spMk id="4" creationId="{894C27EB-B246-6CF7-AF54-3156B8E45CDB}"/>
          </ac:spMkLst>
        </pc:spChg>
        <pc:spChg chg="add del">
          <ac:chgData name="Francisco Zecca" userId="S::francisco.zecca01@utrgv.edu::abcc1063-6627-4aba-b89c-ceb249a455f5" providerId="AD" clId="Web-{C1BB544B-19F4-DBAC-ADCC-CD7B392452CE}" dt="2025-11-20T21:04:46.890" v="175"/>
          <ac:spMkLst>
            <pc:docMk/>
            <pc:sldMk cId="2612812969" sldId="267"/>
            <ac:spMk id="5" creationId="{092E3446-9BBA-463D-1201-3BD0A3623DDC}"/>
          </ac:spMkLst>
        </pc:spChg>
        <pc:spChg chg="add del">
          <ac:chgData name="Francisco Zecca" userId="S::francisco.zecca01@utrgv.edu::abcc1063-6627-4aba-b89c-ceb249a455f5" providerId="AD" clId="Web-{C1BB544B-19F4-DBAC-ADCC-CD7B392452CE}" dt="2025-11-20T21:05:04.687" v="177"/>
          <ac:spMkLst>
            <pc:docMk/>
            <pc:sldMk cId="2612812969" sldId="267"/>
            <ac:spMk id="6" creationId="{AD34EAFC-39CC-99B7-F818-C2BF22CC9F8D}"/>
          </ac:spMkLst>
        </pc:spChg>
        <pc:spChg chg="add del">
          <ac:chgData name="Francisco Zecca" userId="S::francisco.zecca01@utrgv.edu::abcc1063-6627-4aba-b89c-ceb249a455f5" providerId="AD" clId="Web-{C1BB544B-19F4-DBAC-ADCC-CD7B392452CE}" dt="2025-11-20T21:04:39.124" v="174"/>
          <ac:spMkLst>
            <pc:docMk/>
            <pc:sldMk cId="2612812969" sldId="267"/>
            <ac:spMk id="7" creationId="{7B009E14-DF4D-7F5E-0C8C-8FED667185C4}"/>
          </ac:spMkLst>
        </pc:spChg>
        <pc:spChg chg="add mod">
          <ac:chgData name="Francisco Zecca" userId="S::francisco.zecca01@utrgv.edu::abcc1063-6627-4aba-b89c-ceb249a455f5" providerId="AD" clId="Web-{C1BB544B-19F4-DBAC-ADCC-CD7B392452CE}" dt="2025-11-20T21:05:40.984" v="184" actId="14100"/>
          <ac:spMkLst>
            <pc:docMk/>
            <pc:sldMk cId="2612812969" sldId="267"/>
            <ac:spMk id="9" creationId="{7A21D49E-F45B-494B-7029-0A6B96067A64}"/>
          </ac:spMkLst>
        </pc:spChg>
        <pc:spChg chg="add del mod">
          <ac:chgData name="Francisco Zecca" userId="S::francisco.zecca01@utrgv.edu::abcc1063-6627-4aba-b89c-ceb249a455f5" providerId="AD" clId="Web-{C1BB544B-19F4-DBAC-ADCC-CD7B392452CE}" dt="2025-11-20T21:07:35.264" v="187"/>
          <ac:spMkLst>
            <pc:docMk/>
            <pc:sldMk cId="2612812969" sldId="267"/>
            <ac:spMk id="10" creationId="{EAE595F8-0478-0674-9A39-8E2616EAF76C}"/>
          </ac:spMkLst>
        </pc:spChg>
      </pc:sldChg>
      <pc:sldChg chg="new del">
        <pc:chgData name="Francisco Zecca" userId="S::francisco.zecca01@utrgv.edu::abcc1063-6627-4aba-b89c-ceb249a455f5" providerId="AD" clId="Web-{C1BB544B-19F4-DBAC-ADCC-CD7B392452CE}" dt="2025-11-20T21:10:23.827" v="206"/>
        <pc:sldMkLst>
          <pc:docMk/>
          <pc:sldMk cId="1100108674" sldId="268"/>
        </pc:sldMkLst>
      </pc:sldChg>
      <pc:sldChg chg="addSp modSp new mod setBg modClrScheme chgLayout">
        <pc:chgData name="Francisco Zecca" userId="S::francisco.zecca01@utrgv.edu::abcc1063-6627-4aba-b89c-ceb249a455f5" providerId="AD" clId="Web-{C1BB544B-19F4-DBAC-ADCC-CD7B392452CE}" dt="2025-11-21T15:29:19.025" v="527" actId="20577"/>
        <pc:sldMkLst>
          <pc:docMk/>
          <pc:sldMk cId="2628930886" sldId="268"/>
        </pc:sldMkLst>
        <pc:spChg chg="mod ord">
          <ac:chgData name="Francisco Zecca" userId="S::francisco.zecca01@utrgv.edu::abcc1063-6627-4aba-b89c-ceb249a455f5" providerId="AD" clId="Web-{C1BB544B-19F4-DBAC-ADCC-CD7B392452CE}" dt="2025-11-20T22:22:38.890" v="386" actId="20577"/>
          <ac:spMkLst>
            <pc:docMk/>
            <pc:sldMk cId="2628930886" sldId="268"/>
            <ac:spMk id="2" creationId="{2EB01555-5F39-1FC7-7CE8-1E6A233C7F1E}"/>
          </ac:spMkLst>
        </pc:spChg>
        <pc:spChg chg="mod ord">
          <ac:chgData name="Francisco Zecca" userId="S::francisco.zecca01@utrgv.edu::abcc1063-6627-4aba-b89c-ceb249a455f5" providerId="AD" clId="Web-{C1BB544B-19F4-DBAC-ADCC-CD7B392452CE}" dt="2025-11-21T15:28:19.103" v="520" actId="20577"/>
          <ac:spMkLst>
            <pc:docMk/>
            <pc:sldMk cId="2628930886" sldId="268"/>
            <ac:spMk id="3" creationId="{C37C31E3-72CC-7B64-CEEC-FAD0A2A59DCE}"/>
          </ac:spMkLst>
        </pc:spChg>
        <pc:spChg chg="mod ord">
          <ac:chgData name="Francisco Zecca" userId="S::francisco.zecca01@utrgv.edu::abcc1063-6627-4aba-b89c-ceb249a455f5" providerId="AD" clId="Web-{C1BB544B-19F4-DBAC-ADCC-CD7B392452CE}" dt="2025-11-20T22:24:48.968" v="399" actId="1076"/>
          <ac:spMkLst>
            <pc:docMk/>
            <pc:sldMk cId="2628930886" sldId="268"/>
            <ac:spMk id="4" creationId="{49B6DAE2-1F22-8324-2773-DCCFB91BF139}"/>
          </ac:spMkLst>
        </pc:spChg>
        <pc:spChg chg="add mod">
          <ac:chgData name="Francisco Zecca" userId="S::francisco.zecca01@utrgv.edu::abcc1063-6627-4aba-b89c-ceb249a455f5" providerId="AD" clId="Web-{C1BB544B-19F4-DBAC-ADCC-CD7B392452CE}" dt="2025-11-21T15:29:19.025" v="527" actId="20577"/>
          <ac:spMkLst>
            <pc:docMk/>
            <pc:sldMk cId="2628930886" sldId="268"/>
            <ac:spMk id="5" creationId="{ADC00D26-77A1-6722-6300-CB1E10AF2B1F}"/>
          </ac:spMkLst>
        </pc:spChg>
      </pc:sldChg>
      <pc:sldChg chg="new del">
        <pc:chgData name="Francisco Zecca" userId="S::francisco.zecca01@utrgv.edu::abcc1063-6627-4aba-b89c-ceb249a455f5" providerId="AD" clId="Web-{C1BB544B-19F4-DBAC-ADCC-CD7B392452CE}" dt="2025-11-20T21:10:36.139" v="208"/>
        <pc:sldMkLst>
          <pc:docMk/>
          <pc:sldMk cId="3089233284" sldId="268"/>
        </pc:sldMkLst>
      </pc:sldChg>
      <pc:sldChg chg="addSp delSp modSp new mod setBg">
        <pc:chgData name="Francisco Zecca" userId="S::francisco.zecca01@utrgv.edu::abcc1063-6627-4aba-b89c-ceb249a455f5" providerId="AD" clId="Web-{C1BB544B-19F4-DBAC-ADCC-CD7B392452CE}" dt="2025-11-20T22:34:59.826" v="435"/>
        <pc:sldMkLst>
          <pc:docMk/>
          <pc:sldMk cId="2019401781" sldId="269"/>
        </pc:sldMkLst>
        <pc:spChg chg="mod">
          <ac:chgData name="Francisco Zecca" userId="S::francisco.zecca01@utrgv.edu::abcc1063-6627-4aba-b89c-ceb249a455f5" providerId="AD" clId="Web-{C1BB544B-19F4-DBAC-ADCC-CD7B392452CE}" dt="2025-11-20T22:34:50.029" v="433" actId="20577"/>
          <ac:spMkLst>
            <pc:docMk/>
            <pc:sldMk cId="2019401781" sldId="269"/>
            <ac:spMk id="2" creationId="{6CCEDB93-4592-8B0E-BE9B-BE66CBEF07E9}"/>
          </ac:spMkLst>
        </pc:spChg>
        <pc:spChg chg="mod">
          <ac:chgData name="Francisco Zecca" userId="S::francisco.zecca01@utrgv.edu::abcc1063-6627-4aba-b89c-ceb249a455f5" providerId="AD" clId="Web-{C1BB544B-19F4-DBAC-ADCC-CD7B392452CE}" dt="2025-11-20T22:34:54.404" v="434" actId="20577"/>
          <ac:spMkLst>
            <pc:docMk/>
            <pc:sldMk cId="2019401781" sldId="269"/>
            <ac:spMk id="3" creationId="{0777D87D-46DB-9308-FE65-BD6C7DFA0592}"/>
          </ac:spMkLst>
        </pc:spChg>
        <pc:spChg chg="add del">
          <ac:chgData name="Francisco Zecca" userId="S::francisco.zecca01@utrgv.edu::abcc1063-6627-4aba-b89c-ceb249a455f5" providerId="AD" clId="Web-{C1BB544B-19F4-DBAC-ADCC-CD7B392452CE}" dt="2025-11-20T22:34:41.779" v="432"/>
          <ac:spMkLst>
            <pc:docMk/>
            <pc:sldMk cId="2019401781" sldId="269"/>
            <ac:spMk id="9" creationId="{92B0CFF1-78D7-4A83-A95E-71F9E3831622}"/>
          </ac:spMkLst>
        </pc:spChg>
        <pc:spChg chg="add del">
          <ac:chgData name="Francisco Zecca" userId="S::francisco.zecca01@utrgv.edu::abcc1063-6627-4aba-b89c-ceb249a455f5" providerId="AD" clId="Web-{C1BB544B-19F4-DBAC-ADCC-CD7B392452CE}" dt="2025-11-20T22:34:41.779" v="432"/>
          <ac:spMkLst>
            <pc:docMk/>
            <pc:sldMk cId="2019401781" sldId="269"/>
            <ac:spMk id="11" creationId="{C34B9DE3-1715-4EE3-99FA-C9BC12F5DBA1}"/>
          </ac:spMkLst>
        </pc:spChg>
        <pc:spChg chg="add">
          <ac:chgData name="Francisco Zecca" userId="S::francisco.zecca01@utrgv.edu::abcc1063-6627-4aba-b89c-ceb249a455f5" providerId="AD" clId="Web-{C1BB544B-19F4-DBAC-ADCC-CD7B392452CE}" dt="2025-11-20T22:34:41.779" v="432"/>
          <ac:spMkLst>
            <pc:docMk/>
            <pc:sldMk cId="2019401781" sldId="269"/>
            <ac:spMk id="20" creationId="{92B0CFF1-78D7-4A83-A95E-71F9E3831622}"/>
          </ac:spMkLst>
        </pc:spChg>
        <pc:picChg chg="add mod ord">
          <ac:chgData name="Francisco Zecca" userId="S::francisco.zecca01@utrgv.edu::abcc1063-6627-4aba-b89c-ceb249a455f5" providerId="AD" clId="Web-{C1BB544B-19F4-DBAC-ADCC-CD7B392452CE}" dt="2025-11-20T22:34:41.779" v="432"/>
          <ac:picMkLst>
            <pc:docMk/>
            <pc:sldMk cId="2019401781" sldId="269"/>
            <ac:picMk id="4" creationId="{E7DE2A78-4B97-FF9B-A830-25554A48BF41}"/>
          </ac:picMkLst>
        </pc:picChg>
        <pc:cxnChg chg="add del">
          <ac:chgData name="Francisco Zecca" userId="S::francisco.zecca01@utrgv.edu::abcc1063-6627-4aba-b89c-ceb249a455f5" providerId="AD" clId="Web-{C1BB544B-19F4-DBAC-ADCC-CD7B392452CE}" dt="2025-11-20T22:34:41.779" v="432"/>
          <ac:cxnSpMkLst>
            <pc:docMk/>
            <pc:sldMk cId="2019401781" sldId="269"/>
            <ac:cxnSpMk id="13" creationId="{6108BD3D-CFD0-4A15-ACF6-EBC254CD7CF1}"/>
          </ac:cxnSpMkLst>
        </pc:cxnChg>
        <pc:cxnChg chg="add del">
          <ac:chgData name="Francisco Zecca" userId="S::francisco.zecca01@utrgv.edu::abcc1063-6627-4aba-b89c-ceb249a455f5" providerId="AD" clId="Web-{C1BB544B-19F4-DBAC-ADCC-CD7B392452CE}" dt="2025-11-20T22:34:41.779" v="432"/>
          <ac:cxnSpMkLst>
            <pc:docMk/>
            <pc:sldMk cId="2019401781" sldId="269"/>
            <ac:cxnSpMk id="15" creationId="{DB2019E5-6C31-4640-A135-6BBA7FFCF694}"/>
          </ac:cxnSpMkLst>
        </pc:cxnChg>
        <pc:cxnChg chg="add">
          <ac:chgData name="Francisco Zecca" userId="S::francisco.zecca01@utrgv.edu::abcc1063-6627-4aba-b89c-ceb249a455f5" providerId="AD" clId="Web-{C1BB544B-19F4-DBAC-ADCC-CD7B392452CE}" dt="2025-11-20T22:34:41.779" v="432"/>
          <ac:cxnSpMkLst>
            <pc:docMk/>
            <pc:sldMk cId="2019401781" sldId="269"/>
            <ac:cxnSpMk id="22" creationId="{0BE13636-D998-4A75-8C1B-EDBD9E57DC65}"/>
          </ac:cxnSpMkLst>
        </pc:cxnChg>
        <pc:cxnChg chg="add">
          <ac:chgData name="Francisco Zecca" userId="S::francisco.zecca01@utrgv.edu::abcc1063-6627-4aba-b89c-ceb249a455f5" providerId="AD" clId="Web-{C1BB544B-19F4-DBAC-ADCC-CD7B392452CE}" dt="2025-11-20T22:34:41.779" v="432"/>
          <ac:cxnSpMkLst>
            <pc:docMk/>
            <pc:sldMk cId="2019401781" sldId="269"/>
            <ac:cxnSpMk id="24" creationId="{6672E4D5-7CCB-4D76-86FF-83359027DB64}"/>
          </ac:cxnSpMkLst>
        </pc:cxnChg>
      </pc:sldChg>
      <pc:sldChg chg="addSp delSp modSp new mod setBg">
        <pc:chgData name="Francisco Zecca" userId="S::francisco.zecca01@utrgv.edu::abcc1063-6627-4aba-b89c-ceb249a455f5" providerId="AD" clId="Web-{C1BB544B-19F4-DBAC-ADCC-CD7B392452CE}" dt="2025-11-21T15:07:19.060" v="464"/>
        <pc:sldMkLst>
          <pc:docMk/>
          <pc:sldMk cId="417581274" sldId="270"/>
        </pc:sldMkLst>
        <pc:spChg chg="del">
          <ac:chgData name="Francisco Zecca" userId="S::francisco.zecca01@utrgv.edu::abcc1063-6627-4aba-b89c-ceb249a455f5" providerId="AD" clId="Web-{C1BB544B-19F4-DBAC-ADCC-CD7B392452CE}" dt="2025-11-21T15:07:09.826" v="461"/>
          <ac:spMkLst>
            <pc:docMk/>
            <pc:sldMk cId="417581274" sldId="270"/>
            <ac:spMk id="2" creationId="{91673E2D-8902-DD62-21C4-E296705CE79B}"/>
          </ac:spMkLst>
        </pc:spChg>
        <pc:spChg chg="del">
          <ac:chgData name="Francisco Zecca" userId="S::francisco.zecca01@utrgv.edu::abcc1063-6627-4aba-b89c-ceb249a455f5" providerId="AD" clId="Web-{C1BB544B-19F4-DBAC-ADCC-CD7B392452CE}" dt="2025-11-21T15:07:13.842" v="462"/>
          <ac:spMkLst>
            <pc:docMk/>
            <pc:sldMk cId="417581274" sldId="270"/>
            <ac:spMk id="3" creationId="{E6C31858-DB38-E0E7-EFAE-A892EEF712F2}"/>
          </ac:spMkLst>
        </pc:spChg>
        <pc:spChg chg="add">
          <ac:chgData name="Francisco Zecca" userId="S::francisco.zecca01@utrgv.edu::abcc1063-6627-4aba-b89c-ceb249a455f5" providerId="AD" clId="Web-{C1BB544B-19F4-DBAC-ADCC-CD7B392452CE}" dt="2025-11-21T15:07:19.060" v="464"/>
          <ac:spMkLst>
            <pc:docMk/>
            <pc:sldMk cId="417581274" sldId="270"/>
            <ac:spMk id="17" creationId="{92B0CFF1-78D7-4A83-A95E-71F9E3831622}"/>
          </ac:spMkLst>
        </pc:spChg>
        <pc:picChg chg="add mod">
          <ac:chgData name="Francisco Zecca" userId="S::francisco.zecca01@utrgv.edu::abcc1063-6627-4aba-b89c-ceb249a455f5" providerId="AD" clId="Web-{C1BB544B-19F4-DBAC-ADCC-CD7B392452CE}" dt="2025-11-21T15:07:19.060" v="464"/>
          <ac:picMkLst>
            <pc:docMk/>
            <pc:sldMk cId="417581274" sldId="270"/>
            <ac:picMk id="4" creationId="{872BF593-C690-7148-5DB7-3DA6B44E3B42}"/>
          </ac:picMkLst>
        </pc:picChg>
        <pc:cxnChg chg="add">
          <ac:chgData name="Francisco Zecca" userId="S::francisco.zecca01@utrgv.edu::abcc1063-6627-4aba-b89c-ceb249a455f5" providerId="AD" clId="Web-{C1BB544B-19F4-DBAC-ADCC-CD7B392452CE}" dt="2025-11-21T15:07:19.060" v="464"/>
          <ac:cxnSpMkLst>
            <pc:docMk/>
            <pc:sldMk cId="417581274" sldId="270"/>
            <ac:cxnSpMk id="9" creationId="{108D74AC-B125-4E11-BA53-E9E383966DF8}"/>
          </ac:cxnSpMkLst>
        </pc:cxnChg>
        <pc:cxnChg chg="add">
          <ac:chgData name="Francisco Zecca" userId="S::francisco.zecca01@utrgv.edu::abcc1063-6627-4aba-b89c-ceb249a455f5" providerId="AD" clId="Web-{C1BB544B-19F4-DBAC-ADCC-CD7B392452CE}" dt="2025-11-21T15:07:19.060" v="464"/>
          <ac:cxnSpMkLst>
            <pc:docMk/>
            <pc:sldMk cId="417581274" sldId="270"/>
            <ac:cxnSpMk id="11" creationId="{9DC76EBE-FB9D-4054-B5D8-19E3EAFE40B2}"/>
          </ac:cxnSpMkLst>
        </pc:cxnChg>
        <pc:cxnChg chg="add">
          <ac:chgData name="Francisco Zecca" userId="S::francisco.zecca01@utrgv.edu::abcc1063-6627-4aba-b89c-ceb249a455f5" providerId="AD" clId="Web-{C1BB544B-19F4-DBAC-ADCC-CD7B392452CE}" dt="2025-11-21T15:07:19.060" v="464"/>
          <ac:cxnSpMkLst>
            <pc:docMk/>
            <pc:sldMk cId="417581274" sldId="270"/>
            <ac:cxnSpMk id="13" creationId="{7DA568B4-06BE-42A6-A5B6-A0FC251DAE00}"/>
          </ac:cxnSpMkLst>
        </pc:cxnChg>
        <pc:cxnChg chg="add">
          <ac:chgData name="Francisco Zecca" userId="S::francisco.zecca01@utrgv.edu::abcc1063-6627-4aba-b89c-ceb249a455f5" providerId="AD" clId="Web-{C1BB544B-19F4-DBAC-ADCC-CD7B392452CE}" dt="2025-11-21T15:07:19.060" v="464"/>
          <ac:cxnSpMkLst>
            <pc:docMk/>
            <pc:sldMk cId="417581274" sldId="270"/>
            <ac:cxnSpMk id="15" creationId="{ACC85BFE-0D03-41B5-87E4-5FA667FA5588}"/>
          </ac:cxnSpMkLst>
        </pc:cxnChg>
      </pc:sldChg>
      <pc:sldMasterChg chg="add del addSldLayout delSldLayout">
        <pc:chgData name="Francisco Zecca" userId="S::francisco.zecca01@utrgv.edu::abcc1063-6627-4aba-b89c-ceb249a455f5" providerId="AD" clId="Web-{C1BB544B-19F4-DBAC-ADCC-CD7B392452CE}" dt="2025-11-20T22:19:06.750" v="364"/>
        <pc:sldMasterMkLst>
          <pc:docMk/>
          <pc:sldMasterMk cId="68497677" sldId="2147483747"/>
        </pc:sldMasterMkLst>
        <pc:sldLayoutChg chg="add del">
          <pc:chgData name="Francisco Zecca" userId="S::francisco.zecca01@utrgv.edu::abcc1063-6627-4aba-b89c-ceb249a455f5" providerId="AD" clId="Web-{C1BB544B-19F4-DBAC-ADCC-CD7B392452CE}" dt="2025-11-20T22:19:06.750" v="364"/>
          <pc:sldLayoutMkLst>
            <pc:docMk/>
            <pc:sldMasterMk cId="68497677" sldId="2147483747"/>
            <pc:sldLayoutMk cId="135174768" sldId="2147483736"/>
          </pc:sldLayoutMkLst>
        </pc:sldLayoutChg>
        <pc:sldLayoutChg chg="add del">
          <pc:chgData name="Francisco Zecca" userId="S::francisco.zecca01@utrgv.edu::abcc1063-6627-4aba-b89c-ceb249a455f5" providerId="AD" clId="Web-{C1BB544B-19F4-DBAC-ADCC-CD7B392452CE}" dt="2025-11-20T22:19:06.750" v="364"/>
          <pc:sldLayoutMkLst>
            <pc:docMk/>
            <pc:sldMasterMk cId="68497677" sldId="2147483747"/>
            <pc:sldLayoutMk cId="2309566377" sldId="2147483737"/>
          </pc:sldLayoutMkLst>
        </pc:sldLayoutChg>
        <pc:sldLayoutChg chg="add del">
          <pc:chgData name="Francisco Zecca" userId="S::francisco.zecca01@utrgv.edu::abcc1063-6627-4aba-b89c-ceb249a455f5" providerId="AD" clId="Web-{C1BB544B-19F4-DBAC-ADCC-CD7B392452CE}" dt="2025-11-20T22:19:06.750" v="364"/>
          <pc:sldLayoutMkLst>
            <pc:docMk/>
            <pc:sldMasterMk cId="68497677" sldId="2147483747"/>
            <pc:sldLayoutMk cId="937523577" sldId="2147483738"/>
          </pc:sldLayoutMkLst>
        </pc:sldLayoutChg>
        <pc:sldLayoutChg chg="add del">
          <pc:chgData name="Francisco Zecca" userId="S::francisco.zecca01@utrgv.edu::abcc1063-6627-4aba-b89c-ceb249a455f5" providerId="AD" clId="Web-{C1BB544B-19F4-DBAC-ADCC-CD7B392452CE}" dt="2025-11-20T22:19:06.750" v="364"/>
          <pc:sldLayoutMkLst>
            <pc:docMk/>
            <pc:sldMasterMk cId="68497677" sldId="2147483747"/>
            <pc:sldLayoutMk cId="3335735403" sldId="2147483739"/>
          </pc:sldLayoutMkLst>
        </pc:sldLayoutChg>
        <pc:sldLayoutChg chg="add del">
          <pc:chgData name="Francisco Zecca" userId="S::francisco.zecca01@utrgv.edu::abcc1063-6627-4aba-b89c-ceb249a455f5" providerId="AD" clId="Web-{C1BB544B-19F4-DBAC-ADCC-CD7B392452CE}" dt="2025-11-20T22:19:06.750" v="364"/>
          <pc:sldLayoutMkLst>
            <pc:docMk/>
            <pc:sldMasterMk cId="68497677" sldId="2147483747"/>
            <pc:sldLayoutMk cId="1901145141" sldId="2147483740"/>
          </pc:sldLayoutMkLst>
        </pc:sldLayoutChg>
        <pc:sldLayoutChg chg="add del">
          <pc:chgData name="Francisco Zecca" userId="S::francisco.zecca01@utrgv.edu::abcc1063-6627-4aba-b89c-ceb249a455f5" providerId="AD" clId="Web-{C1BB544B-19F4-DBAC-ADCC-CD7B392452CE}" dt="2025-11-20T22:19:06.750" v="364"/>
          <pc:sldLayoutMkLst>
            <pc:docMk/>
            <pc:sldMasterMk cId="68497677" sldId="2147483747"/>
            <pc:sldLayoutMk cId="4106687404" sldId="2147483741"/>
          </pc:sldLayoutMkLst>
        </pc:sldLayoutChg>
        <pc:sldLayoutChg chg="add del">
          <pc:chgData name="Francisco Zecca" userId="S::francisco.zecca01@utrgv.edu::abcc1063-6627-4aba-b89c-ceb249a455f5" providerId="AD" clId="Web-{C1BB544B-19F4-DBAC-ADCC-CD7B392452CE}" dt="2025-11-20T22:19:06.750" v="364"/>
          <pc:sldLayoutMkLst>
            <pc:docMk/>
            <pc:sldMasterMk cId="68497677" sldId="2147483747"/>
            <pc:sldLayoutMk cId="1948495125" sldId="2147483742"/>
          </pc:sldLayoutMkLst>
        </pc:sldLayoutChg>
        <pc:sldLayoutChg chg="add del">
          <pc:chgData name="Francisco Zecca" userId="S::francisco.zecca01@utrgv.edu::abcc1063-6627-4aba-b89c-ceb249a455f5" providerId="AD" clId="Web-{C1BB544B-19F4-DBAC-ADCC-CD7B392452CE}" dt="2025-11-20T22:19:06.750" v="364"/>
          <pc:sldLayoutMkLst>
            <pc:docMk/>
            <pc:sldMasterMk cId="68497677" sldId="2147483747"/>
            <pc:sldLayoutMk cId="1775204354" sldId="2147483743"/>
          </pc:sldLayoutMkLst>
        </pc:sldLayoutChg>
        <pc:sldLayoutChg chg="add del">
          <pc:chgData name="Francisco Zecca" userId="S::francisco.zecca01@utrgv.edu::abcc1063-6627-4aba-b89c-ceb249a455f5" providerId="AD" clId="Web-{C1BB544B-19F4-DBAC-ADCC-CD7B392452CE}" dt="2025-11-20T22:19:06.750" v="364"/>
          <pc:sldLayoutMkLst>
            <pc:docMk/>
            <pc:sldMasterMk cId="68497677" sldId="2147483747"/>
            <pc:sldLayoutMk cId="3180879729" sldId="2147483744"/>
          </pc:sldLayoutMkLst>
        </pc:sldLayoutChg>
        <pc:sldLayoutChg chg="add del">
          <pc:chgData name="Francisco Zecca" userId="S::francisco.zecca01@utrgv.edu::abcc1063-6627-4aba-b89c-ceb249a455f5" providerId="AD" clId="Web-{C1BB544B-19F4-DBAC-ADCC-CD7B392452CE}" dt="2025-11-20T22:19:06.750" v="364"/>
          <pc:sldLayoutMkLst>
            <pc:docMk/>
            <pc:sldMasterMk cId="68497677" sldId="2147483747"/>
            <pc:sldLayoutMk cId="967645730" sldId="2147483745"/>
          </pc:sldLayoutMkLst>
        </pc:sldLayoutChg>
        <pc:sldLayoutChg chg="add del">
          <pc:chgData name="Francisco Zecca" userId="S::francisco.zecca01@utrgv.edu::abcc1063-6627-4aba-b89c-ceb249a455f5" providerId="AD" clId="Web-{C1BB544B-19F4-DBAC-ADCC-CD7B392452CE}" dt="2025-11-20T22:19:06.750" v="364"/>
          <pc:sldLayoutMkLst>
            <pc:docMk/>
            <pc:sldMasterMk cId="68497677" sldId="2147483747"/>
            <pc:sldLayoutMk cId="3150041301" sldId="2147483746"/>
          </pc:sldLayoutMkLst>
        </pc:sldLayoutChg>
      </pc:sldMasterChg>
      <pc:sldMasterChg chg="add del addSldLayout delSldLayout modSldLayout">
        <pc:chgData name="Francisco Zecca" userId="S::francisco.zecca01@utrgv.edu::abcc1063-6627-4aba-b89c-ceb249a455f5" providerId="AD" clId="Web-{C1BB544B-19F4-DBAC-ADCC-CD7B392452CE}" dt="2025-11-20T22:18:21.782" v="362"/>
        <pc:sldMasterMkLst>
          <pc:docMk/>
          <pc:sldMasterMk cId="567954928" sldId="2147483748"/>
        </pc:sldMasterMkLst>
        <pc:sldLayoutChg chg="add del mod replId">
          <pc:chgData name="Francisco Zecca" userId="S::francisco.zecca01@utrgv.edu::abcc1063-6627-4aba-b89c-ceb249a455f5" providerId="AD" clId="Web-{C1BB544B-19F4-DBAC-ADCC-CD7B392452CE}" dt="2025-11-20T22:18:21.782" v="362"/>
          <pc:sldLayoutMkLst>
            <pc:docMk/>
            <pc:sldMasterMk cId="567954928" sldId="2147483748"/>
            <pc:sldLayoutMk cId="1342160239" sldId="2147483749"/>
          </pc:sldLayoutMkLst>
        </pc:sldLayoutChg>
        <pc:sldLayoutChg chg="add del mod replId">
          <pc:chgData name="Francisco Zecca" userId="S::francisco.zecca01@utrgv.edu::abcc1063-6627-4aba-b89c-ceb249a455f5" providerId="AD" clId="Web-{C1BB544B-19F4-DBAC-ADCC-CD7B392452CE}" dt="2025-11-20T22:18:21.782" v="362"/>
          <pc:sldLayoutMkLst>
            <pc:docMk/>
            <pc:sldMasterMk cId="567954928" sldId="2147483748"/>
            <pc:sldLayoutMk cId="809308918" sldId="2147483750"/>
          </pc:sldLayoutMkLst>
        </pc:sldLayoutChg>
        <pc:sldLayoutChg chg="add del mod replId">
          <pc:chgData name="Francisco Zecca" userId="S::francisco.zecca01@utrgv.edu::abcc1063-6627-4aba-b89c-ceb249a455f5" providerId="AD" clId="Web-{C1BB544B-19F4-DBAC-ADCC-CD7B392452CE}" dt="2025-11-20T22:18:21.782" v="362"/>
          <pc:sldLayoutMkLst>
            <pc:docMk/>
            <pc:sldMasterMk cId="567954928" sldId="2147483748"/>
            <pc:sldLayoutMk cId="689982193" sldId="2147483751"/>
          </pc:sldLayoutMkLst>
        </pc:sldLayoutChg>
        <pc:sldLayoutChg chg="add del mod replId">
          <pc:chgData name="Francisco Zecca" userId="S::francisco.zecca01@utrgv.edu::abcc1063-6627-4aba-b89c-ceb249a455f5" providerId="AD" clId="Web-{C1BB544B-19F4-DBAC-ADCC-CD7B392452CE}" dt="2025-11-20T22:18:21.782" v="362"/>
          <pc:sldLayoutMkLst>
            <pc:docMk/>
            <pc:sldMasterMk cId="567954928" sldId="2147483748"/>
            <pc:sldLayoutMk cId="3812444657" sldId="2147483752"/>
          </pc:sldLayoutMkLst>
        </pc:sldLayoutChg>
        <pc:sldLayoutChg chg="add del mod replId">
          <pc:chgData name="Francisco Zecca" userId="S::francisco.zecca01@utrgv.edu::abcc1063-6627-4aba-b89c-ceb249a455f5" providerId="AD" clId="Web-{C1BB544B-19F4-DBAC-ADCC-CD7B392452CE}" dt="2025-11-20T22:18:21.782" v="362"/>
          <pc:sldLayoutMkLst>
            <pc:docMk/>
            <pc:sldMasterMk cId="567954928" sldId="2147483748"/>
            <pc:sldLayoutMk cId="1095457596" sldId="2147483753"/>
          </pc:sldLayoutMkLst>
        </pc:sldLayoutChg>
        <pc:sldLayoutChg chg="add del mod replId">
          <pc:chgData name="Francisco Zecca" userId="S::francisco.zecca01@utrgv.edu::abcc1063-6627-4aba-b89c-ceb249a455f5" providerId="AD" clId="Web-{C1BB544B-19F4-DBAC-ADCC-CD7B392452CE}" dt="2025-11-20T22:18:21.782" v="362"/>
          <pc:sldLayoutMkLst>
            <pc:docMk/>
            <pc:sldMasterMk cId="567954928" sldId="2147483748"/>
            <pc:sldLayoutMk cId="591071068" sldId="2147483754"/>
          </pc:sldLayoutMkLst>
        </pc:sldLayoutChg>
        <pc:sldLayoutChg chg="add del mod replId">
          <pc:chgData name="Francisco Zecca" userId="S::francisco.zecca01@utrgv.edu::abcc1063-6627-4aba-b89c-ceb249a455f5" providerId="AD" clId="Web-{C1BB544B-19F4-DBAC-ADCC-CD7B392452CE}" dt="2025-11-20T22:18:21.782" v="362"/>
          <pc:sldLayoutMkLst>
            <pc:docMk/>
            <pc:sldMasterMk cId="567954928" sldId="2147483748"/>
            <pc:sldLayoutMk cId="1253480431" sldId="2147483755"/>
          </pc:sldLayoutMkLst>
        </pc:sldLayoutChg>
        <pc:sldLayoutChg chg="add del mod replId">
          <pc:chgData name="Francisco Zecca" userId="S::francisco.zecca01@utrgv.edu::abcc1063-6627-4aba-b89c-ceb249a455f5" providerId="AD" clId="Web-{C1BB544B-19F4-DBAC-ADCC-CD7B392452CE}" dt="2025-11-20T22:18:21.782" v="362"/>
          <pc:sldLayoutMkLst>
            <pc:docMk/>
            <pc:sldMasterMk cId="567954928" sldId="2147483748"/>
            <pc:sldLayoutMk cId="761558383" sldId="2147483756"/>
          </pc:sldLayoutMkLst>
        </pc:sldLayoutChg>
        <pc:sldLayoutChg chg="add del mod replId">
          <pc:chgData name="Francisco Zecca" userId="S::francisco.zecca01@utrgv.edu::abcc1063-6627-4aba-b89c-ceb249a455f5" providerId="AD" clId="Web-{C1BB544B-19F4-DBAC-ADCC-CD7B392452CE}" dt="2025-11-20T22:18:21.782" v="362"/>
          <pc:sldLayoutMkLst>
            <pc:docMk/>
            <pc:sldMasterMk cId="567954928" sldId="2147483748"/>
            <pc:sldLayoutMk cId="1747896307" sldId="2147483757"/>
          </pc:sldLayoutMkLst>
        </pc:sldLayoutChg>
        <pc:sldLayoutChg chg="add del mod replId">
          <pc:chgData name="Francisco Zecca" userId="S::francisco.zecca01@utrgv.edu::abcc1063-6627-4aba-b89c-ceb249a455f5" providerId="AD" clId="Web-{C1BB544B-19F4-DBAC-ADCC-CD7B392452CE}" dt="2025-11-20T22:18:21.782" v="362"/>
          <pc:sldLayoutMkLst>
            <pc:docMk/>
            <pc:sldMasterMk cId="567954928" sldId="2147483748"/>
            <pc:sldLayoutMk cId="473921776" sldId="2147483758"/>
          </pc:sldLayoutMkLst>
        </pc:sldLayoutChg>
        <pc:sldLayoutChg chg="add del mod replId">
          <pc:chgData name="Francisco Zecca" userId="S::francisco.zecca01@utrgv.edu::abcc1063-6627-4aba-b89c-ceb249a455f5" providerId="AD" clId="Web-{C1BB544B-19F4-DBAC-ADCC-CD7B392452CE}" dt="2025-11-20T22:18:21.782" v="362"/>
          <pc:sldLayoutMkLst>
            <pc:docMk/>
            <pc:sldMasterMk cId="567954928" sldId="2147483748"/>
            <pc:sldLayoutMk cId="1058994718" sldId="2147483759"/>
          </pc:sldLayoutMkLst>
        </pc:sldLayoutChg>
      </pc:sldMasterChg>
      <pc:sldMasterChg chg="add del addSldLayout delSldLayout modSldLayout">
        <pc:chgData name="Francisco Zecca" userId="S::francisco.zecca01@utrgv.edu::abcc1063-6627-4aba-b89c-ceb249a455f5" providerId="AD" clId="Web-{C1BB544B-19F4-DBAC-ADCC-CD7B392452CE}" dt="2025-11-20T22:19:06.750" v="364"/>
        <pc:sldMasterMkLst>
          <pc:docMk/>
          <pc:sldMasterMk cId="1681936755" sldId="2147483748"/>
        </pc:sldMasterMkLst>
        <pc:sldLayoutChg chg="add del mod replId">
          <pc:chgData name="Francisco Zecca" userId="S::francisco.zecca01@utrgv.edu::abcc1063-6627-4aba-b89c-ceb249a455f5" providerId="AD" clId="Web-{C1BB544B-19F4-DBAC-ADCC-CD7B392452CE}" dt="2025-11-20T22:19:06.750" v="364"/>
          <pc:sldLayoutMkLst>
            <pc:docMk/>
            <pc:sldMasterMk cId="1681936755" sldId="2147483748"/>
            <pc:sldLayoutMk cId="3688776955" sldId="2147483749"/>
          </pc:sldLayoutMkLst>
        </pc:sldLayoutChg>
        <pc:sldLayoutChg chg="add del mod replId">
          <pc:chgData name="Francisco Zecca" userId="S::francisco.zecca01@utrgv.edu::abcc1063-6627-4aba-b89c-ceb249a455f5" providerId="AD" clId="Web-{C1BB544B-19F4-DBAC-ADCC-CD7B392452CE}" dt="2025-11-20T22:19:06.750" v="364"/>
          <pc:sldLayoutMkLst>
            <pc:docMk/>
            <pc:sldMasterMk cId="1681936755" sldId="2147483748"/>
            <pc:sldLayoutMk cId="1109588466" sldId="2147483750"/>
          </pc:sldLayoutMkLst>
        </pc:sldLayoutChg>
        <pc:sldLayoutChg chg="add del mod replId">
          <pc:chgData name="Francisco Zecca" userId="S::francisco.zecca01@utrgv.edu::abcc1063-6627-4aba-b89c-ceb249a455f5" providerId="AD" clId="Web-{C1BB544B-19F4-DBAC-ADCC-CD7B392452CE}" dt="2025-11-20T22:19:06.750" v="364"/>
          <pc:sldLayoutMkLst>
            <pc:docMk/>
            <pc:sldMasterMk cId="1681936755" sldId="2147483748"/>
            <pc:sldLayoutMk cId="4093225193" sldId="2147483751"/>
          </pc:sldLayoutMkLst>
        </pc:sldLayoutChg>
        <pc:sldLayoutChg chg="add del mod replId">
          <pc:chgData name="Francisco Zecca" userId="S::francisco.zecca01@utrgv.edu::abcc1063-6627-4aba-b89c-ceb249a455f5" providerId="AD" clId="Web-{C1BB544B-19F4-DBAC-ADCC-CD7B392452CE}" dt="2025-11-20T22:19:06.750" v="364"/>
          <pc:sldLayoutMkLst>
            <pc:docMk/>
            <pc:sldMasterMk cId="1681936755" sldId="2147483748"/>
            <pc:sldLayoutMk cId="540228926" sldId="2147483752"/>
          </pc:sldLayoutMkLst>
        </pc:sldLayoutChg>
        <pc:sldLayoutChg chg="add del mod replId">
          <pc:chgData name="Francisco Zecca" userId="S::francisco.zecca01@utrgv.edu::abcc1063-6627-4aba-b89c-ceb249a455f5" providerId="AD" clId="Web-{C1BB544B-19F4-DBAC-ADCC-CD7B392452CE}" dt="2025-11-20T22:19:06.750" v="364"/>
          <pc:sldLayoutMkLst>
            <pc:docMk/>
            <pc:sldMasterMk cId="1681936755" sldId="2147483748"/>
            <pc:sldLayoutMk cId="1970529681" sldId="2147483753"/>
          </pc:sldLayoutMkLst>
        </pc:sldLayoutChg>
        <pc:sldLayoutChg chg="add del mod replId">
          <pc:chgData name="Francisco Zecca" userId="S::francisco.zecca01@utrgv.edu::abcc1063-6627-4aba-b89c-ceb249a455f5" providerId="AD" clId="Web-{C1BB544B-19F4-DBAC-ADCC-CD7B392452CE}" dt="2025-11-20T22:19:06.750" v="364"/>
          <pc:sldLayoutMkLst>
            <pc:docMk/>
            <pc:sldMasterMk cId="1681936755" sldId="2147483748"/>
            <pc:sldLayoutMk cId="776063455" sldId="2147483754"/>
          </pc:sldLayoutMkLst>
        </pc:sldLayoutChg>
        <pc:sldLayoutChg chg="add del mod replId">
          <pc:chgData name="Francisco Zecca" userId="S::francisco.zecca01@utrgv.edu::abcc1063-6627-4aba-b89c-ceb249a455f5" providerId="AD" clId="Web-{C1BB544B-19F4-DBAC-ADCC-CD7B392452CE}" dt="2025-11-20T22:19:06.750" v="364"/>
          <pc:sldLayoutMkLst>
            <pc:docMk/>
            <pc:sldMasterMk cId="1681936755" sldId="2147483748"/>
            <pc:sldLayoutMk cId="3808365763" sldId="2147483755"/>
          </pc:sldLayoutMkLst>
        </pc:sldLayoutChg>
        <pc:sldLayoutChg chg="add del mod replId">
          <pc:chgData name="Francisco Zecca" userId="S::francisco.zecca01@utrgv.edu::abcc1063-6627-4aba-b89c-ceb249a455f5" providerId="AD" clId="Web-{C1BB544B-19F4-DBAC-ADCC-CD7B392452CE}" dt="2025-11-20T22:19:06.750" v="364"/>
          <pc:sldLayoutMkLst>
            <pc:docMk/>
            <pc:sldMasterMk cId="1681936755" sldId="2147483748"/>
            <pc:sldLayoutMk cId="3779392129" sldId="2147483756"/>
          </pc:sldLayoutMkLst>
        </pc:sldLayoutChg>
        <pc:sldLayoutChg chg="add del mod replId">
          <pc:chgData name="Francisco Zecca" userId="S::francisco.zecca01@utrgv.edu::abcc1063-6627-4aba-b89c-ceb249a455f5" providerId="AD" clId="Web-{C1BB544B-19F4-DBAC-ADCC-CD7B392452CE}" dt="2025-11-20T22:19:06.750" v="364"/>
          <pc:sldLayoutMkLst>
            <pc:docMk/>
            <pc:sldMasterMk cId="1681936755" sldId="2147483748"/>
            <pc:sldLayoutMk cId="4151565665" sldId="2147483757"/>
          </pc:sldLayoutMkLst>
        </pc:sldLayoutChg>
        <pc:sldLayoutChg chg="add del mod replId">
          <pc:chgData name="Francisco Zecca" userId="S::francisco.zecca01@utrgv.edu::abcc1063-6627-4aba-b89c-ceb249a455f5" providerId="AD" clId="Web-{C1BB544B-19F4-DBAC-ADCC-CD7B392452CE}" dt="2025-11-20T22:19:06.750" v="364"/>
          <pc:sldLayoutMkLst>
            <pc:docMk/>
            <pc:sldMasterMk cId="1681936755" sldId="2147483748"/>
            <pc:sldLayoutMk cId="546471077" sldId="2147483758"/>
          </pc:sldLayoutMkLst>
        </pc:sldLayoutChg>
        <pc:sldLayoutChg chg="add del mod replId">
          <pc:chgData name="Francisco Zecca" userId="S::francisco.zecca01@utrgv.edu::abcc1063-6627-4aba-b89c-ceb249a455f5" providerId="AD" clId="Web-{C1BB544B-19F4-DBAC-ADCC-CD7B392452CE}" dt="2025-11-20T22:19:06.750" v="364"/>
          <pc:sldLayoutMkLst>
            <pc:docMk/>
            <pc:sldMasterMk cId="1681936755" sldId="2147483748"/>
            <pc:sldLayoutMk cId="297894675" sldId="2147483759"/>
          </pc:sldLayoutMkLst>
        </pc:sldLayoutChg>
      </pc:sldMasterChg>
      <pc:sldMasterChg chg="add del addSldLayout delSldLayout modSldLayout">
        <pc:chgData name="Francisco Zecca" userId="S::francisco.zecca01@utrgv.edu::abcc1063-6627-4aba-b89c-ceb249a455f5" providerId="AD" clId="Web-{C1BB544B-19F4-DBAC-ADCC-CD7B392452CE}" dt="2025-11-20T22:18:20.969" v="361"/>
        <pc:sldMasterMkLst>
          <pc:docMk/>
          <pc:sldMasterMk cId="3622445722" sldId="2147483760"/>
        </pc:sldMasterMkLst>
        <pc:sldLayoutChg chg="add del mod replId">
          <pc:chgData name="Francisco Zecca" userId="S::francisco.zecca01@utrgv.edu::abcc1063-6627-4aba-b89c-ceb249a455f5" providerId="AD" clId="Web-{C1BB544B-19F4-DBAC-ADCC-CD7B392452CE}" dt="2025-11-20T22:18:20.969" v="361"/>
          <pc:sldLayoutMkLst>
            <pc:docMk/>
            <pc:sldMasterMk cId="3622445722" sldId="2147483760"/>
            <pc:sldLayoutMk cId="79261278" sldId="2147483761"/>
          </pc:sldLayoutMkLst>
        </pc:sldLayoutChg>
        <pc:sldLayoutChg chg="add del mod replId">
          <pc:chgData name="Francisco Zecca" userId="S::francisco.zecca01@utrgv.edu::abcc1063-6627-4aba-b89c-ceb249a455f5" providerId="AD" clId="Web-{C1BB544B-19F4-DBAC-ADCC-CD7B392452CE}" dt="2025-11-20T22:18:20.969" v="361"/>
          <pc:sldLayoutMkLst>
            <pc:docMk/>
            <pc:sldMasterMk cId="3622445722" sldId="2147483760"/>
            <pc:sldLayoutMk cId="1942639127" sldId="2147483762"/>
          </pc:sldLayoutMkLst>
        </pc:sldLayoutChg>
        <pc:sldLayoutChg chg="add del mod replId">
          <pc:chgData name="Francisco Zecca" userId="S::francisco.zecca01@utrgv.edu::abcc1063-6627-4aba-b89c-ceb249a455f5" providerId="AD" clId="Web-{C1BB544B-19F4-DBAC-ADCC-CD7B392452CE}" dt="2025-11-20T22:18:20.969" v="361"/>
          <pc:sldLayoutMkLst>
            <pc:docMk/>
            <pc:sldMasterMk cId="3622445722" sldId="2147483760"/>
            <pc:sldLayoutMk cId="3370082317" sldId="2147483763"/>
          </pc:sldLayoutMkLst>
        </pc:sldLayoutChg>
        <pc:sldLayoutChg chg="add del mod replId">
          <pc:chgData name="Francisco Zecca" userId="S::francisco.zecca01@utrgv.edu::abcc1063-6627-4aba-b89c-ceb249a455f5" providerId="AD" clId="Web-{C1BB544B-19F4-DBAC-ADCC-CD7B392452CE}" dt="2025-11-20T22:18:20.969" v="361"/>
          <pc:sldLayoutMkLst>
            <pc:docMk/>
            <pc:sldMasterMk cId="3622445722" sldId="2147483760"/>
            <pc:sldLayoutMk cId="957530094" sldId="2147483764"/>
          </pc:sldLayoutMkLst>
        </pc:sldLayoutChg>
        <pc:sldLayoutChg chg="add del mod replId">
          <pc:chgData name="Francisco Zecca" userId="S::francisco.zecca01@utrgv.edu::abcc1063-6627-4aba-b89c-ceb249a455f5" providerId="AD" clId="Web-{C1BB544B-19F4-DBAC-ADCC-CD7B392452CE}" dt="2025-11-20T22:18:20.969" v="361"/>
          <pc:sldLayoutMkLst>
            <pc:docMk/>
            <pc:sldMasterMk cId="3622445722" sldId="2147483760"/>
            <pc:sldLayoutMk cId="1186723251" sldId="2147483765"/>
          </pc:sldLayoutMkLst>
        </pc:sldLayoutChg>
        <pc:sldLayoutChg chg="add del mod replId">
          <pc:chgData name="Francisco Zecca" userId="S::francisco.zecca01@utrgv.edu::abcc1063-6627-4aba-b89c-ceb249a455f5" providerId="AD" clId="Web-{C1BB544B-19F4-DBAC-ADCC-CD7B392452CE}" dt="2025-11-20T22:18:20.969" v="361"/>
          <pc:sldLayoutMkLst>
            <pc:docMk/>
            <pc:sldMasterMk cId="3622445722" sldId="2147483760"/>
            <pc:sldLayoutMk cId="534088579" sldId="2147483766"/>
          </pc:sldLayoutMkLst>
        </pc:sldLayoutChg>
        <pc:sldLayoutChg chg="add del mod replId">
          <pc:chgData name="Francisco Zecca" userId="S::francisco.zecca01@utrgv.edu::abcc1063-6627-4aba-b89c-ceb249a455f5" providerId="AD" clId="Web-{C1BB544B-19F4-DBAC-ADCC-CD7B392452CE}" dt="2025-11-20T22:18:20.969" v="361"/>
          <pc:sldLayoutMkLst>
            <pc:docMk/>
            <pc:sldMasterMk cId="3622445722" sldId="2147483760"/>
            <pc:sldLayoutMk cId="2926910640" sldId="2147483767"/>
          </pc:sldLayoutMkLst>
        </pc:sldLayoutChg>
        <pc:sldLayoutChg chg="add del mod replId">
          <pc:chgData name="Francisco Zecca" userId="S::francisco.zecca01@utrgv.edu::abcc1063-6627-4aba-b89c-ceb249a455f5" providerId="AD" clId="Web-{C1BB544B-19F4-DBAC-ADCC-CD7B392452CE}" dt="2025-11-20T22:18:20.969" v="361"/>
          <pc:sldLayoutMkLst>
            <pc:docMk/>
            <pc:sldMasterMk cId="3622445722" sldId="2147483760"/>
            <pc:sldLayoutMk cId="986275752" sldId="2147483768"/>
          </pc:sldLayoutMkLst>
        </pc:sldLayoutChg>
        <pc:sldLayoutChg chg="add del mod replId">
          <pc:chgData name="Francisco Zecca" userId="S::francisco.zecca01@utrgv.edu::abcc1063-6627-4aba-b89c-ceb249a455f5" providerId="AD" clId="Web-{C1BB544B-19F4-DBAC-ADCC-CD7B392452CE}" dt="2025-11-20T22:18:20.969" v="361"/>
          <pc:sldLayoutMkLst>
            <pc:docMk/>
            <pc:sldMasterMk cId="3622445722" sldId="2147483760"/>
            <pc:sldLayoutMk cId="3471221737" sldId="2147483769"/>
          </pc:sldLayoutMkLst>
        </pc:sldLayoutChg>
        <pc:sldLayoutChg chg="add del mod replId">
          <pc:chgData name="Francisco Zecca" userId="S::francisco.zecca01@utrgv.edu::abcc1063-6627-4aba-b89c-ceb249a455f5" providerId="AD" clId="Web-{C1BB544B-19F4-DBAC-ADCC-CD7B392452CE}" dt="2025-11-20T22:18:20.969" v="361"/>
          <pc:sldLayoutMkLst>
            <pc:docMk/>
            <pc:sldMasterMk cId="3622445722" sldId="2147483760"/>
            <pc:sldLayoutMk cId="2678022654" sldId="2147483770"/>
          </pc:sldLayoutMkLst>
        </pc:sldLayoutChg>
        <pc:sldLayoutChg chg="add del mod replId">
          <pc:chgData name="Francisco Zecca" userId="S::francisco.zecca01@utrgv.edu::abcc1063-6627-4aba-b89c-ceb249a455f5" providerId="AD" clId="Web-{C1BB544B-19F4-DBAC-ADCC-CD7B392452CE}" dt="2025-11-20T22:18:20.969" v="361"/>
          <pc:sldLayoutMkLst>
            <pc:docMk/>
            <pc:sldMasterMk cId="3622445722" sldId="2147483760"/>
            <pc:sldLayoutMk cId="225425813" sldId="2147483771"/>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274A71-49BD-4D0B-A35F-E840FAD3E15B}" type="doc">
      <dgm:prSet loTypeId="urn:microsoft.com/office/officeart/2017/3/layout/HorizontalPathTimeline" loCatId="process" qsTypeId="urn:microsoft.com/office/officeart/2005/8/quickstyle/simple1" qsCatId="simple" csTypeId="urn:microsoft.com/office/officeart/2005/8/colors/colorful1" csCatId="colorful" phldr="1"/>
      <dgm:spPr/>
      <dgm:t>
        <a:bodyPr/>
        <a:lstStyle/>
        <a:p>
          <a:endParaRPr lang="en-US"/>
        </a:p>
      </dgm:t>
    </dgm:pt>
    <dgm:pt modelId="{6E593D54-1D85-4D93-A6ED-ECB3321E3ADD}">
      <dgm:prSet/>
      <dgm:spPr/>
      <dgm:t>
        <a:bodyPr/>
        <a:lstStyle/>
        <a:p>
          <a:pPr>
            <a:defRPr b="1"/>
          </a:pPr>
          <a:r>
            <a:rPr lang="en-US" dirty="0">
              <a:solidFill>
                <a:schemeClr val="bg1"/>
              </a:solidFill>
            </a:rPr>
            <a:t>7 Mar. 2017</a:t>
          </a:r>
        </a:p>
      </dgm:t>
    </dgm:pt>
    <dgm:pt modelId="{589B4DF8-8708-4C3D-9A16-6211BD1E5490}" type="parTrans" cxnId="{5B632F45-2F46-4FC1-B0F9-B792052383C5}">
      <dgm:prSet/>
      <dgm:spPr/>
      <dgm:t>
        <a:bodyPr/>
        <a:lstStyle/>
        <a:p>
          <a:endParaRPr lang="en-US"/>
        </a:p>
      </dgm:t>
    </dgm:pt>
    <dgm:pt modelId="{82BD080B-AFFD-4930-81BB-5035E7265130}" type="sibTrans" cxnId="{5B632F45-2F46-4FC1-B0F9-B792052383C5}">
      <dgm:prSet/>
      <dgm:spPr/>
      <dgm:t>
        <a:bodyPr/>
        <a:lstStyle/>
        <a:p>
          <a:endParaRPr lang="en-US"/>
        </a:p>
      </dgm:t>
    </dgm:pt>
    <dgm:pt modelId="{121DCA68-BA9C-4BFA-9109-A45CDD92684A}">
      <dgm:prSet/>
      <dgm:spPr/>
      <dgm:t>
        <a:bodyPr/>
        <a:lstStyle/>
        <a:p>
          <a:pPr rtl="0"/>
          <a:r>
            <a:rPr lang="en-US" dirty="0"/>
            <a:t>A </a:t>
          </a:r>
          <a:r>
            <a:rPr lang="en-US" dirty="0">
              <a:latin typeface="Seaford"/>
            </a:rPr>
            <a:t>serious </a:t>
          </a:r>
          <a:r>
            <a:rPr lang="en-US" dirty="0"/>
            <a:t>Apache Struts </a:t>
          </a:r>
          <a:r>
            <a:rPr lang="en-US" dirty="0">
              <a:latin typeface="Seaford"/>
            </a:rPr>
            <a:t>vulnerability </a:t>
          </a:r>
          <a:r>
            <a:rPr lang="en-US" dirty="0"/>
            <a:t>(CVE-2017-5638) </a:t>
          </a:r>
          <a:r>
            <a:rPr lang="en-US" dirty="0">
              <a:latin typeface="Seaford"/>
            </a:rPr>
            <a:t>is </a:t>
          </a:r>
          <a:r>
            <a:rPr lang="en-US" dirty="0"/>
            <a:t>publicly</a:t>
          </a:r>
          <a:r>
            <a:rPr lang="en-US" dirty="0">
              <a:latin typeface="Seaford"/>
            </a:rPr>
            <a:t> disclosed by the U.S Computer Emergency Readiness Team.</a:t>
          </a:r>
          <a:endParaRPr lang="en-US" dirty="0"/>
        </a:p>
      </dgm:t>
    </dgm:pt>
    <dgm:pt modelId="{5017C0F5-C70D-43A1-84D0-5DDBBA5BC943}" type="parTrans" cxnId="{CF782C39-4FD8-498B-8C15-E7FE5DE8411E}">
      <dgm:prSet/>
      <dgm:spPr/>
      <dgm:t>
        <a:bodyPr/>
        <a:lstStyle/>
        <a:p>
          <a:endParaRPr lang="en-US"/>
        </a:p>
      </dgm:t>
    </dgm:pt>
    <dgm:pt modelId="{8D20F361-0C07-4465-B859-25DA0D9225A9}" type="sibTrans" cxnId="{CF782C39-4FD8-498B-8C15-E7FE5DE8411E}">
      <dgm:prSet/>
      <dgm:spPr/>
      <dgm:t>
        <a:bodyPr/>
        <a:lstStyle/>
        <a:p>
          <a:endParaRPr lang="en-US"/>
        </a:p>
      </dgm:t>
    </dgm:pt>
    <dgm:pt modelId="{24E2A27D-4C55-4F7B-BCCA-C34B857E65FE}">
      <dgm:prSet/>
      <dgm:spPr/>
      <dgm:t>
        <a:bodyPr/>
        <a:lstStyle/>
        <a:p>
          <a:pPr>
            <a:defRPr b="1"/>
          </a:pPr>
          <a:r>
            <a:rPr lang="en-US" dirty="0">
              <a:solidFill>
                <a:schemeClr val="bg1"/>
              </a:solidFill>
            </a:rPr>
            <a:t>Mar.–Apr. 2017</a:t>
          </a:r>
        </a:p>
      </dgm:t>
    </dgm:pt>
    <dgm:pt modelId="{0DB8B746-8D1B-4C38-BEA1-BD9E27BBDE7C}" type="parTrans" cxnId="{AE43C372-A669-428A-A117-141FB89D036A}">
      <dgm:prSet/>
      <dgm:spPr/>
      <dgm:t>
        <a:bodyPr/>
        <a:lstStyle/>
        <a:p>
          <a:endParaRPr lang="en-US"/>
        </a:p>
      </dgm:t>
    </dgm:pt>
    <dgm:pt modelId="{9BA43619-41F7-491B-A32E-EC21D7A5F5D0}" type="sibTrans" cxnId="{AE43C372-A669-428A-A117-141FB89D036A}">
      <dgm:prSet/>
      <dgm:spPr/>
      <dgm:t>
        <a:bodyPr/>
        <a:lstStyle/>
        <a:p>
          <a:endParaRPr lang="en-US"/>
        </a:p>
      </dgm:t>
    </dgm:pt>
    <dgm:pt modelId="{D7968B7A-E759-4167-A7EF-2A74BACF5A2B}">
      <dgm:prSet/>
      <dgm:spPr/>
      <dgm:t>
        <a:bodyPr/>
        <a:lstStyle/>
        <a:p>
          <a:r>
            <a:rPr lang="en-US" dirty="0"/>
            <a:t>Equifax does not properly patch the vulnerable system, even though a fix exists.</a:t>
          </a:r>
        </a:p>
      </dgm:t>
    </dgm:pt>
    <dgm:pt modelId="{2E369908-047D-4BCF-8E08-2ED8F61BC1AC}" type="parTrans" cxnId="{A550C23D-9384-4DEB-B2B5-09AD20DE0027}">
      <dgm:prSet/>
      <dgm:spPr/>
      <dgm:t>
        <a:bodyPr/>
        <a:lstStyle/>
        <a:p>
          <a:endParaRPr lang="en-US"/>
        </a:p>
      </dgm:t>
    </dgm:pt>
    <dgm:pt modelId="{CD5A7479-4A80-4451-AAE3-B5F2A56D0CCE}" type="sibTrans" cxnId="{A550C23D-9384-4DEB-B2B5-09AD20DE0027}">
      <dgm:prSet/>
      <dgm:spPr/>
      <dgm:t>
        <a:bodyPr/>
        <a:lstStyle/>
        <a:p>
          <a:endParaRPr lang="en-US"/>
        </a:p>
      </dgm:t>
    </dgm:pt>
    <dgm:pt modelId="{2AC51DFB-B23A-4E6A-8E62-64EDA148D151}">
      <dgm:prSet/>
      <dgm:spPr/>
      <dgm:t>
        <a:bodyPr/>
        <a:lstStyle/>
        <a:p>
          <a:pPr>
            <a:defRPr b="1"/>
          </a:pPr>
          <a:r>
            <a:rPr lang="en-US" dirty="0">
              <a:solidFill>
                <a:schemeClr val="bg1"/>
              </a:solidFill>
            </a:rPr>
            <a:t>12 May 2017</a:t>
          </a:r>
        </a:p>
      </dgm:t>
    </dgm:pt>
    <dgm:pt modelId="{72788463-7852-43D4-830E-1FCC44DC71E0}" type="parTrans" cxnId="{E3B24E76-7284-448F-93CA-160D707C054D}">
      <dgm:prSet/>
      <dgm:spPr/>
      <dgm:t>
        <a:bodyPr/>
        <a:lstStyle/>
        <a:p>
          <a:endParaRPr lang="en-US"/>
        </a:p>
      </dgm:t>
    </dgm:pt>
    <dgm:pt modelId="{27F9E83F-A235-42ED-8FE3-CBB8F31F5938}" type="sibTrans" cxnId="{E3B24E76-7284-448F-93CA-160D707C054D}">
      <dgm:prSet/>
      <dgm:spPr/>
      <dgm:t>
        <a:bodyPr/>
        <a:lstStyle/>
        <a:p>
          <a:endParaRPr lang="en-US"/>
        </a:p>
      </dgm:t>
    </dgm:pt>
    <dgm:pt modelId="{518E07ED-4D94-4870-9D41-513E4152E3B9}">
      <dgm:prSet/>
      <dgm:spPr/>
      <dgm:t>
        <a:bodyPr/>
        <a:lstStyle/>
        <a:p>
          <a:r>
            <a:rPr lang="en-US" dirty="0"/>
            <a:t>Attackers exploit the unpatched Apache Struts vulnerability on an Equifax web application and gain access to the network.</a:t>
          </a:r>
        </a:p>
      </dgm:t>
    </dgm:pt>
    <dgm:pt modelId="{716289A7-5BEA-445A-BD66-F4056FF8886D}" type="parTrans" cxnId="{B451E173-966E-4C93-944F-A393BB0960FF}">
      <dgm:prSet/>
      <dgm:spPr/>
      <dgm:t>
        <a:bodyPr/>
        <a:lstStyle/>
        <a:p>
          <a:endParaRPr lang="en-US"/>
        </a:p>
      </dgm:t>
    </dgm:pt>
    <dgm:pt modelId="{77B3136E-A747-4D9A-B651-C418E0976551}" type="sibTrans" cxnId="{B451E173-966E-4C93-944F-A393BB0960FF}">
      <dgm:prSet/>
      <dgm:spPr/>
      <dgm:t>
        <a:bodyPr/>
        <a:lstStyle/>
        <a:p>
          <a:endParaRPr lang="en-US"/>
        </a:p>
      </dgm:t>
    </dgm:pt>
    <dgm:pt modelId="{FB1CAC83-17C5-4164-BF8E-EA82697DE0A5}">
      <dgm:prSet/>
      <dgm:spPr/>
      <dgm:t>
        <a:bodyPr/>
        <a:lstStyle/>
        <a:p>
          <a:pPr>
            <a:defRPr b="1"/>
          </a:pPr>
          <a:r>
            <a:rPr lang="en-US" dirty="0">
              <a:solidFill>
                <a:schemeClr val="bg1"/>
              </a:solidFill>
            </a:rPr>
            <a:t>May–July 2017</a:t>
          </a:r>
        </a:p>
      </dgm:t>
    </dgm:pt>
    <dgm:pt modelId="{A980378F-5336-4CB7-8089-0FA06740684B}" type="parTrans" cxnId="{81FC96E9-1D9B-4972-85BB-217FEEA093CB}">
      <dgm:prSet/>
      <dgm:spPr/>
      <dgm:t>
        <a:bodyPr/>
        <a:lstStyle/>
        <a:p>
          <a:endParaRPr lang="en-US"/>
        </a:p>
      </dgm:t>
    </dgm:pt>
    <dgm:pt modelId="{8D945D25-1067-4020-AB96-49F4DB885D32}" type="sibTrans" cxnId="{81FC96E9-1D9B-4972-85BB-217FEEA093CB}">
      <dgm:prSet/>
      <dgm:spPr/>
      <dgm:t>
        <a:bodyPr/>
        <a:lstStyle/>
        <a:p>
          <a:endParaRPr lang="en-US"/>
        </a:p>
      </dgm:t>
    </dgm:pt>
    <dgm:pt modelId="{26BF839F-8BF9-4AEC-A894-7E79DA274F43}">
      <dgm:prSet/>
      <dgm:spPr/>
      <dgm:t>
        <a:bodyPr/>
        <a:lstStyle/>
        <a:p>
          <a:r>
            <a:rPr lang="en-US" dirty="0"/>
            <a:t>Hackers stay inside Equifax’s systems undetected, moving through the network and stealing large amounts of sensitive personal data.</a:t>
          </a:r>
        </a:p>
      </dgm:t>
    </dgm:pt>
    <dgm:pt modelId="{367E87EC-5DB1-4625-8CEA-01921687EFA4}" type="parTrans" cxnId="{F011F2D0-982E-4D40-9CCE-74231F0B89ED}">
      <dgm:prSet/>
      <dgm:spPr/>
      <dgm:t>
        <a:bodyPr/>
        <a:lstStyle/>
        <a:p>
          <a:endParaRPr lang="en-US"/>
        </a:p>
      </dgm:t>
    </dgm:pt>
    <dgm:pt modelId="{687CA16F-B52E-4589-BC61-37079DADAE7E}" type="sibTrans" cxnId="{F011F2D0-982E-4D40-9CCE-74231F0B89ED}">
      <dgm:prSet/>
      <dgm:spPr/>
      <dgm:t>
        <a:bodyPr/>
        <a:lstStyle/>
        <a:p>
          <a:endParaRPr lang="en-US"/>
        </a:p>
      </dgm:t>
    </dgm:pt>
    <dgm:pt modelId="{C2901D02-D73E-43F1-B827-F890DDDE41A8}">
      <dgm:prSet/>
      <dgm:spPr/>
      <dgm:t>
        <a:bodyPr/>
        <a:lstStyle/>
        <a:p>
          <a:pPr>
            <a:defRPr b="1"/>
          </a:pPr>
          <a:r>
            <a:rPr lang="en-US" dirty="0">
              <a:solidFill>
                <a:schemeClr val="bg1"/>
              </a:solidFill>
            </a:rPr>
            <a:t>29 July 2017</a:t>
          </a:r>
        </a:p>
      </dgm:t>
    </dgm:pt>
    <dgm:pt modelId="{26D554FE-19FD-4A02-ADCA-D0CB310A24E8}" type="parTrans" cxnId="{BDC8FE2D-3F01-4A13-BE72-295320E79762}">
      <dgm:prSet/>
      <dgm:spPr/>
      <dgm:t>
        <a:bodyPr/>
        <a:lstStyle/>
        <a:p>
          <a:endParaRPr lang="en-US"/>
        </a:p>
      </dgm:t>
    </dgm:pt>
    <dgm:pt modelId="{12DF29AC-40BA-4799-80DA-08679333C1A9}" type="sibTrans" cxnId="{BDC8FE2D-3F01-4A13-BE72-295320E79762}">
      <dgm:prSet/>
      <dgm:spPr/>
      <dgm:t>
        <a:bodyPr/>
        <a:lstStyle/>
        <a:p>
          <a:endParaRPr lang="en-US"/>
        </a:p>
      </dgm:t>
    </dgm:pt>
    <dgm:pt modelId="{DCA189CF-DE9A-477D-A67D-85AD49B7B0B0}">
      <dgm:prSet/>
      <dgm:spPr/>
      <dgm:t>
        <a:bodyPr/>
        <a:lstStyle/>
        <a:p>
          <a:r>
            <a:rPr lang="en-US" dirty="0"/>
            <a:t>Equifax’s security team notices suspicious network traffic and blocks the attackers’ access.</a:t>
          </a:r>
        </a:p>
      </dgm:t>
    </dgm:pt>
    <dgm:pt modelId="{57D891A8-15F3-41DD-B5A8-AFE4AAC77DE6}" type="parTrans" cxnId="{13BCBAFB-DE60-4E06-A1AD-645B3ABC5394}">
      <dgm:prSet/>
      <dgm:spPr/>
      <dgm:t>
        <a:bodyPr/>
        <a:lstStyle/>
        <a:p>
          <a:endParaRPr lang="en-US"/>
        </a:p>
      </dgm:t>
    </dgm:pt>
    <dgm:pt modelId="{32453B65-7BAE-4012-88C9-B6C5B28DC96C}" type="sibTrans" cxnId="{13BCBAFB-DE60-4E06-A1AD-645B3ABC5394}">
      <dgm:prSet/>
      <dgm:spPr/>
      <dgm:t>
        <a:bodyPr/>
        <a:lstStyle/>
        <a:p>
          <a:endParaRPr lang="en-US"/>
        </a:p>
      </dgm:t>
    </dgm:pt>
    <dgm:pt modelId="{C73FB2CA-909B-450E-97DF-65CB4E2DCE75}">
      <dgm:prSet/>
      <dgm:spPr/>
      <dgm:t>
        <a:bodyPr/>
        <a:lstStyle/>
        <a:p>
          <a:pPr>
            <a:defRPr b="1"/>
          </a:pPr>
          <a:r>
            <a:rPr lang="en-US" dirty="0">
              <a:solidFill>
                <a:schemeClr val="bg1"/>
              </a:solidFill>
            </a:rPr>
            <a:t>2 Aug. 2017</a:t>
          </a:r>
        </a:p>
      </dgm:t>
    </dgm:pt>
    <dgm:pt modelId="{F6808977-03EF-465D-A403-80DBC6BD0CEB}" type="parTrans" cxnId="{8E1852F7-8F61-4CE3-ABD9-19AB459FBAD8}">
      <dgm:prSet/>
      <dgm:spPr/>
      <dgm:t>
        <a:bodyPr/>
        <a:lstStyle/>
        <a:p>
          <a:endParaRPr lang="en-US"/>
        </a:p>
      </dgm:t>
    </dgm:pt>
    <dgm:pt modelId="{BDAD1CCD-86A4-4DA7-A60A-77E5F20954E0}" type="sibTrans" cxnId="{8E1852F7-8F61-4CE3-ABD9-19AB459FBAD8}">
      <dgm:prSet/>
      <dgm:spPr/>
      <dgm:t>
        <a:bodyPr/>
        <a:lstStyle/>
        <a:p>
          <a:endParaRPr lang="en-US"/>
        </a:p>
      </dgm:t>
    </dgm:pt>
    <dgm:pt modelId="{64B2B083-1786-46F9-8AF9-5A505F1F8A82}">
      <dgm:prSet/>
      <dgm:spPr/>
      <dgm:t>
        <a:bodyPr/>
        <a:lstStyle/>
        <a:p>
          <a:r>
            <a:rPr lang="en-US" dirty="0"/>
            <a:t>An internal investigation and incident response officially begin.</a:t>
          </a:r>
        </a:p>
      </dgm:t>
    </dgm:pt>
    <dgm:pt modelId="{4472FAC4-5B32-47FA-A36F-D060D10E5E07}" type="parTrans" cxnId="{47C5DBCF-F223-4C24-86F4-C5794C8A6CFE}">
      <dgm:prSet/>
      <dgm:spPr/>
      <dgm:t>
        <a:bodyPr/>
        <a:lstStyle/>
        <a:p>
          <a:endParaRPr lang="en-US"/>
        </a:p>
      </dgm:t>
    </dgm:pt>
    <dgm:pt modelId="{0809689F-B955-4C60-BDE7-D08E9DC22F2F}" type="sibTrans" cxnId="{47C5DBCF-F223-4C24-86F4-C5794C8A6CFE}">
      <dgm:prSet/>
      <dgm:spPr/>
      <dgm:t>
        <a:bodyPr/>
        <a:lstStyle/>
        <a:p>
          <a:endParaRPr lang="en-US"/>
        </a:p>
      </dgm:t>
    </dgm:pt>
    <dgm:pt modelId="{1164E493-BC95-445E-B5C9-300FDC891B30}">
      <dgm:prSet/>
      <dgm:spPr/>
      <dgm:t>
        <a:bodyPr/>
        <a:lstStyle/>
        <a:p>
          <a:pPr>
            <a:defRPr b="1"/>
          </a:pPr>
          <a:r>
            <a:rPr lang="en-US" dirty="0">
              <a:solidFill>
                <a:schemeClr val="bg1"/>
              </a:solidFill>
            </a:rPr>
            <a:t>7 Sep. 2017</a:t>
          </a:r>
        </a:p>
      </dgm:t>
    </dgm:pt>
    <dgm:pt modelId="{0E92E653-CB0C-47A3-A4CA-F725BB384CF2}" type="parTrans" cxnId="{8B23FEB4-7511-465F-BBD5-C23F79E7167E}">
      <dgm:prSet/>
      <dgm:spPr/>
      <dgm:t>
        <a:bodyPr/>
        <a:lstStyle/>
        <a:p>
          <a:endParaRPr lang="en-US"/>
        </a:p>
      </dgm:t>
    </dgm:pt>
    <dgm:pt modelId="{B6C6EE2C-3269-41B5-905E-77DD03123B0E}" type="sibTrans" cxnId="{8B23FEB4-7511-465F-BBD5-C23F79E7167E}">
      <dgm:prSet/>
      <dgm:spPr/>
      <dgm:t>
        <a:bodyPr/>
        <a:lstStyle/>
        <a:p>
          <a:endParaRPr lang="en-US"/>
        </a:p>
      </dgm:t>
    </dgm:pt>
    <dgm:pt modelId="{EA48594F-9871-43D5-BEEA-6416894F13F6}">
      <dgm:prSet/>
      <dgm:spPr/>
      <dgm:t>
        <a:bodyPr/>
        <a:lstStyle/>
        <a:p>
          <a:r>
            <a:rPr lang="en-US" dirty="0"/>
            <a:t>Equifax publicly announces the breach, revealing that about 147 million people were affected.</a:t>
          </a:r>
        </a:p>
      </dgm:t>
    </dgm:pt>
    <dgm:pt modelId="{BD429359-E219-4C25-9DFD-482414480AAB}" type="parTrans" cxnId="{EFAB2E88-0026-4AE8-B2EC-EA799A07E814}">
      <dgm:prSet/>
      <dgm:spPr/>
      <dgm:t>
        <a:bodyPr/>
        <a:lstStyle/>
        <a:p>
          <a:endParaRPr lang="en-US"/>
        </a:p>
      </dgm:t>
    </dgm:pt>
    <dgm:pt modelId="{97FA756B-E0AD-437A-AEBD-A44011128411}" type="sibTrans" cxnId="{EFAB2E88-0026-4AE8-B2EC-EA799A07E814}">
      <dgm:prSet/>
      <dgm:spPr/>
      <dgm:t>
        <a:bodyPr/>
        <a:lstStyle/>
        <a:p>
          <a:endParaRPr lang="en-US"/>
        </a:p>
      </dgm:t>
    </dgm:pt>
    <dgm:pt modelId="{22925B45-DB38-430B-81F2-683CD0AC67C4}" type="pres">
      <dgm:prSet presAssocID="{25274A71-49BD-4D0B-A35F-E840FAD3E15B}" presName="root" presStyleCnt="0">
        <dgm:presLayoutVars>
          <dgm:chMax/>
          <dgm:chPref/>
          <dgm:animLvl val="lvl"/>
        </dgm:presLayoutVars>
      </dgm:prSet>
      <dgm:spPr/>
    </dgm:pt>
    <dgm:pt modelId="{C630DFA8-4F5D-450A-AA2E-AE59AD77E763}" type="pres">
      <dgm:prSet presAssocID="{25274A71-49BD-4D0B-A35F-E840FAD3E15B}" presName="divider" presStyleLbl="node1" presStyleIdx="0" presStyleCnt="1"/>
      <dgm:spPr/>
    </dgm:pt>
    <dgm:pt modelId="{A5ACCA33-5193-43BA-ABB5-DC32A0ECD2A3}" type="pres">
      <dgm:prSet presAssocID="{25274A71-49BD-4D0B-A35F-E840FAD3E15B}" presName="nodes" presStyleCnt="0">
        <dgm:presLayoutVars>
          <dgm:chMax/>
          <dgm:chPref/>
          <dgm:animLvl val="lvl"/>
        </dgm:presLayoutVars>
      </dgm:prSet>
      <dgm:spPr/>
    </dgm:pt>
    <dgm:pt modelId="{CC79AF2D-1775-4CEC-922E-279774CAE66A}" type="pres">
      <dgm:prSet presAssocID="{6E593D54-1D85-4D93-A6ED-ECB3321E3ADD}" presName="composite" presStyleCnt="0"/>
      <dgm:spPr/>
    </dgm:pt>
    <dgm:pt modelId="{F87FAEC0-58A8-485F-A17F-E517654EB549}" type="pres">
      <dgm:prSet presAssocID="{6E593D54-1D85-4D93-A6ED-ECB3321E3ADD}" presName="L1TextContainer" presStyleLbl="revTx" presStyleIdx="0" presStyleCnt="7">
        <dgm:presLayoutVars>
          <dgm:chMax val="1"/>
          <dgm:chPref val="1"/>
          <dgm:bulletEnabled val="1"/>
        </dgm:presLayoutVars>
      </dgm:prSet>
      <dgm:spPr/>
    </dgm:pt>
    <dgm:pt modelId="{0391363D-E20C-40E3-BDA0-89636402ADA1}" type="pres">
      <dgm:prSet presAssocID="{6E593D54-1D85-4D93-A6ED-ECB3321E3ADD}" presName="L2TextContainerWrapper" presStyleCnt="0">
        <dgm:presLayoutVars>
          <dgm:chMax val="0"/>
          <dgm:chPref val="0"/>
          <dgm:bulletEnabled val="1"/>
        </dgm:presLayoutVars>
      </dgm:prSet>
      <dgm:spPr/>
    </dgm:pt>
    <dgm:pt modelId="{942C60B7-BE01-46E2-8D99-D7E17DD9773A}" type="pres">
      <dgm:prSet presAssocID="{6E593D54-1D85-4D93-A6ED-ECB3321E3ADD}" presName="L2TextContainer" presStyleLbl="bgAccFollowNode1" presStyleIdx="0" presStyleCnt="7"/>
      <dgm:spPr/>
    </dgm:pt>
    <dgm:pt modelId="{F955D6EE-91DA-4592-9185-45A993E5C2CE}" type="pres">
      <dgm:prSet presAssocID="{6E593D54-1D85-4D93-A6ED-ECB3321E3ADD}" presName="FlexibleEmptyPlaceHolder" presStyleCnt="0"/>
      <dgm:spPr/>
    </dgm:pt>
    <dgm:pt modelId="{568011C2-F332-46D3-A140-80A872B39CF2}" type="pres">
      <dgm:prSet presAssocID="{6E593D54-1D85-4D93-A6ED-ECB3321E3ADD}" presName="ConnectLine" presStyleLbl="alignNode1" presStyleIdx="0" presStyleCnt="7"/>
      <dgm:spPr>
        <a:solidFill>
          <a:schemeClr val="accent2">
            <a:hueOff val="0"/>
            <a:satOff val="0"/>
            <a:lumOff val="0"/>
            <a:alphaOff val="0"/>
          </a:schemeClr>
        </a:solidFill>
        <a:ln w="6350" cap="flat" cmpd="sng" algn="ctr">
          <a:solidFill>
            <a:schemeClr val="accent2">
              <a:hueOff val="0"/>
              <a:satOff val="0"/>
              <a:lumOff val="0"/>
              <a:alphaOff val="0"/>
            </a:schemeClr>
          </a:solidFill>
          <a:prstDash val="dash"/>
          <a:miter lim="800000"/>
        </a:ln>
        <a:effectLst/>
      </dgm:spPr>
    </dgm:pt>
    <dgm:pt modelId="{4FBE0E31-CB58-4A9D-81F0-0F0B6EF8B800}" type="pres">
      <dgm:prSet presAssocID="{6E593D54-1D85-4D93-A6ED-ECB3321E3ADD}" presName="ConnectorPoint" presStyleLbl="fgAcc1" presStyleIdx="0" presStyleCnt="7"/>
      <dgm:spPr>
        <a:solidFill>
          <a:schemeClr val="lt1">
            <a:alpha val="90000"/>
            <a:hueOff val="0"/>
            <a:satOff val="0"/>
            <a:lumOff val="0"/>
            <a:alphaOff val="0"/>
          </a:schemeClr>
        </a:solidFill>
        <a:ln w="12700" cap="flat" cmpd="sng" algn="ctr">
          <a:noFill/>
          <a:prstDash val="solid"/>
          <a:miter lim="800000"/>
        </a:ln>
        <a:effectLst/>
      </dgm:spPr>
    </dgm:pt>
    <dgm:pt modelId="{1F68E82E-E6C7-4196-9BE0-53F9E8E8567B}" type="pres">
      <dgm:prSet presAssocID="{6E593D54-1D85-4D93-A6ED-ECB3321E3ADD}" presName="EmptyPlaceHolder" presStyleCnt="0"/>
      <dgm:spPr/>
    </dgm:pt>
    <dgm:pt modelId="{41698264-9D96-4FFB-B2E4-3B1DFDE77108}" type="pres">
      <dgm:prSet presAssocID="{82BD080B-AFFD-4930-81BB-5035E7265130}" presName="spaceBetweenRectangles" presStyleCnt="0"/>
      <dgm:spPr/>
    </dgm:pt>
    <dgm:pt modelId="{100C879B-42C5-4561-B520-E067E4CB8930}" type="pres">
      <dgm:prSet presAssocID="{24E2A27D-4C55-4F7B-BCCA-C34B857E65FE}" presName="composite" presStyleCnt="0"/>
      <dgm:spPr/>
    </dgm:pt>
    <dgm:pt modelId="{7C449223-D715-4D6E-84DF-B3B23EAE2430}" type="pres">
      <dgm:prSet presAssocID="{24E2A27D-4C55-4F7B-BCCA-C34B857E65FE}" presName="L1TextContainer" presStyleLbl="revTx" presStyleIdx="1" presStyleCnt="7">
        <dgm:presLayoutVars>
          <dgm:chMax val="1"/>
          <dgm:chPref val="1"/>
          <dgm:bulletEnabled val="1"/>
        </dgm:presLayoutVars>
      </dgm:prSet>
      <dgm:spPr/>
    </dgm:pt>
    <dgm:pt modelId="{030B5269-03C7-4A02-9BB8-7B4C3F2F1501}" type="pres">
      <dgm:prSet presAssocID="{24E2A27D-4C55-4F7B-BCCA-C34B857E65FE}" presName="L2TextContainerWrapper" presStyleCnt="0">
        <dgm:presLayoutVars>
          <dgm:chMax val="0"/>
          <dgm:chPref val="0"/>
          <dgm:bulletEnabled val="1"/>
        </dgm:presLayoutVars>
      </dgm:prSet>
      <dgm:spPr/>
    </dgm:pt>
    <dgm:pt modelId="{FD86CD50-B503-416D-86E1-03BC5121BFA2}" type="pres">
      <dgm:prSet presAssocID="{24E2A27D-4C55-4F7B-BCCA-C34B857E65FE}" presName="L2TextContainer" presStyleLbl="bgAccFollowNode1" presStyleIdx="1" presStyleCnt="7"/>
      <dgm:spPr/>
    </dgm:pt>
    <dgm:pt modelId="{5514FB74-CB20-485A-AFD8-55E1EDFFB023}" type="pres">
      <dgm:prSet presAssocID="{24E2A27D-4C55-4F7B-BCCA-C34B857E65FE}" presName="FlexibleEmptyPlaceHolder" presStyleCnt="0"/>
      <dgm:spPr/>
    </dgm:pt>
    <dgm:pt modelId="{41918699-BEB8-46F8-B7FE-A88E8AE8D154}" type="pres">
      <dgm:prSet presAssocID="{24E2A27D-4C55-4F7B-BCCA-C34B857E65FE}" presName="ConnectLine" presStyleLbl="alignNode1" presStyleIdx="1" presStyleCnt="7"/>
      <dgm:spPr>
        <a:solidFill>
          <a:schemeClr val="accent3">
            <a:hueOff val="0"/>
            <a:satOff val="0"/>
            <a:lumOff val="0"/>
            <a:alphaOff val="0"/>
          </a:schemeClr>
        </a:solidFill>
        <a:ln w="6350" cap="flat" cmpd="sng" algn="ctr">
          <a:solidFill>
            <a:schemeClr val="accent3">
              <a:hueOff val="0"/>
              <a:satOff val="0"/>
              <a:lumOff val="0"/>
              <a:alphaOff val="0"/>
            </a:schemeClr>
          </a:solidFill>
          <a:prstDash val="dash"/>
          <a:miter lim="800000"/>
        </a:ln>
        <a:effectLst/>
      </dgm:spPr>
    </dgm:pt>
    <dgm:pt modelId="{464CBBBA-8344-4A4D-9297-016D3CD7517B}" type="pres">
      <dgm:prSet presAssocID="{24E2A27D-4C55-4F7B-BCCA-C34B857E65FE}" presName="ConnectorPoint" presStyleLbl="fgAcc1" presStyleIdx="1" presStyleCnt="7"/>
      <dgm:spPr>
        <a:solidFill>
          <a:schemeClr val="lt1">
            <a:alpha val="90000"/>
            <a:hueOff val="0"/>
            <a:satOff val="0"/>
            <a:lumOff val="0"/>
            <a:alphaOff val="0"/>
          </a:schemeClr>
        </a:solidFill>
        <a:ln w="12700" cap="flat" cmpd="sng" algn="ctr">
          <a:noFill/>
          <a:prstDash val="solid"/>
          <a:miter lim="800000"/>
        </a:ln>
        <a:effectLst/>
      </dgm:spPr>
    </dgm:pt>
    <dgm:pt modelId="{1A2C7D06-2A24-4B91-9289-A36D162320AE}" type="pres">
      <dgm:prSet presAssocID="{24E2A27D-4C55-4F7B-BCCA-C34B857E65FE}" presName="EmptyPlaceHolder" presStyleCnt="0"/>
      <dgm:spPr/>
    </dgm:pt>
    <dgm:pt modelId="{CC8F7377-BD81-4383-BD21-B80BB9FC1AEC}" type="pres">
      <dgm:prSet presAssocID="{9BA43619-41F7-491B-A32E-EC21D7A5F5D0}" presName="spaceBetweenRectangles" presStyleCnt="0"/>
      <dgm:spPr/>
    </dgm:pt>
    <dgm:pt modelId="{3C130B0A-DAC6-4693-A612-E5A65B946D98}" type="pres">
      <dgm:prSet presAssocID="{2AC51DFB-B23A-4E6A-8E62-64EDA148D151}" presName="composite" presStyleCnt="0"/>
      <dgm:spPr/>
    </dgm:pt>
    <dgm:pt modelId="{DF811BB7-1B4A-42B1-83FD-C94A66ABD05C}" type="pres">
      <dgm:prSet presAssocID="{2AC51DFB-B23A-4E6A-8E62-64EDA148D151}" presName="L1TextContainer" presStyleLbl="revTx" presStyleIdx="2" presStyleCnt="7">
        <dgm:presLayoutVars>
          <dgm:chMax val="1"/>
          <dgm:chPref val="1"/>
          <dgm:bulletEnabled val="1"/>
        </dgm:presLayoutVars>
      </dgm:prSet>
      <dgm:spPr/>
    </dgm:pt>
    <dgm:pt modelId="{BBBC984A-798A-4F62-8374-CB4C067FF595}" type="pres">
      <dgm:prSet presAssocID="{2AC51DFB-B23A-4E6A-8E62-64EDA148D151}" presName="L2TextContainerWrapper" presStyleCnt="0">
        <dgm:presLayoutVars>
          <dgm:chMax val="0"/>
          <dgm:chPref val="0"/>
          <dgm:bulletEnabled val="1"/>
        </dgm:presLayoutVars>
      </dgm:prSet>
      <dgm:spPr/>
    </dgm:pt>
    <dgm:pt modelId="{E9E541A9-54A5-492D-9449-06F752AA7049}" type="pres">
      <dgm:prSet presAssocID="{2AC51DFB-B23A-4E6A-8E62-64EDA148D151}" presName="L2TextContainer" presStyleLbl="bgAccFollowNode1" presStyleIdx="2" presStyleCnt="7"/>
      <dgm:spPr/>
    </dgm:pt>
    <dgm:pt modelId="{9377A375-41CF-4B99-8E9B-9E33C8D94E44}" type="pres">
      <dgm:prSet presAssocID="{2AC51DFB-B23A-4E6A-8E62-64EDA148D151}" presName="FlexibleEmptyPlaceHolder" presStyleCnt="0"/>
      <dgm:spPr/>
    </dgm:pt>
    <dgm:pt modelId="{F1D25CF1-A03C-4C7B-A19E-23BC82A662F6}" type="pres">
      <dgm:prSet presAssocID="{2AC51DFB-B23A-4E6A-8E62-64EDA148D151}" presName="ConnectLine" presStyleLbl="alignNode1" presStyleIdx="2" presStyleCnt="7"/>
      <dgm:spPr>
        <a:solidFill>
          <a:schemeClr val="accent4">
            <a:hueOff val="0"/>
            <a:satOff val="0"/>
            <a:lumOff val="0"/>
            <a:alphaOff val="0"/>
          </a:schemeClr>
        </a:solidFill>
        <a:ln w="6350" cap="flat" cmpd="sng" algn="ctr">
          <a:solidFill>
            <a:schemeClr val="accent4">
              <a:hueOff val="0"/>
              <a:satOff val="0"/>
              <a:lumOff val="0"/>
              <a:alphaOff val="0"/>
            </a:schemeClr>
          </a:solidFill>
          <a:prstDash val="dash"/>
          <a:miter lim="800000"/>
        </a:ln>
        <a:effectLst/>
      </dgm:spPr>
    </dgm:pt>
    <dgm:pt modelId="{6DAE742B-3B71-4712-A1BF-B09F5E23A77D}" type="pres">
      <dgm:prSet presAssocID="{2AC51DFB-B23A-4E6A-8E62-64EDA148D151}" presName="ConnectorPoint" presStyleLbl="fgAcc1" presStyleIdx="2" presStyleCnt="7"/>
      <dgm:spPr>
        <a:solidFill>
          <a:schemeClr val="lt1">
            <a:alpha val="90000"/>
            <a:hueOff val="0"/>
            <a:satOff val="0"/>
            <a:lumOff val="0"/>
            <a:alphaOff val="0"/>
          </a:schemeClr>
        </a:solidFill>
        <a:ln w="12700" cap="flat" cmpd="sng" algn="ctr">
          <a:noFill/>
          <a:prstDash val="solid"/>
          <a:miter lim="800000"/>
        </a:ln>
        <a:effectLst/>
      </dgm:spPr>
    </dgm:pt>
    <dgm:pt modelId="{A7B67DA3-9261-437C-9483-0CCDC1271C75}" type="pres">
      <dgm:prSet presAssocID="{2AC51DFB-B23A-4E6A-8E62-64EDA148D151}" presName="EmptyPlaceHolder" presStyleCnt="0"/>
      <dgm:spPr/>
    </dgm:pt>
    <dgm:pt modelId="{D0540DB5-2EC1-431A-A955-14CC49297FE8}" type="pres">
      <dgm:prSet presAssocID="{27F9E83F-A235-42ED-8FE3-CBB8F31F5938}" presName="spaceBetweenRectangles" presStyleCnt="0"/>
      <dgm:spPr/>
    </dgm:pt>
    <dgm:pt modelId="{70E92959-13B7-4457-ADB3-F5A7812AD339}" type="pres">
      <dgm:prSet presAssocID="{FB1CAC83-17C5-4164-BF8E-EA82697DE0A5}" presName="composite" presStyleCnt="0"/>
      <dgm:spPr/>
    </dgm:pt>
    <dgm:pt modelId="{0AF2DA39-30D6-4305-ACBC-4458CD07CC38}" type="pres">
      <dgm:prSet presAssocID="{FB1CAC83-17C5-4164-BF8E-EA82697DE0A5}" presName="L1TextContainer" presStyleLbl="revTx" presStyleIdx="3" presStyleCnt="7">
        <dgm:presLayoutVars>
          <dgm:chMax val="1"/>
          <dgm:chPref val="1"/>
          <dgm:bulletEnabled val="1"/>
        </dgm:presLayoutVars>
      </dgm:prSet>
      <dgm:spPr/>
    </dgm:pt>
    <dgm:pt modelId="{9D413DC0-1ED4-41F7-A61E-694A3F3F90E8}" type="pres">
      <dgm:prSet presAssocID="{FB1CAC83-17C5-4164-BF8E-EA82697DE0A5}" presName="L2TextContainerWrapper" presStyleCnt="0">
        <dgm:presLayoutVars>
          <dgm:chMax val="0"/>
          <dgm:chPref val="0"/>
          <dgm:bulletEnabled val="1"/>
        </dgm:presLayoutVars>
      </dgm:prSet>
      <dgm:spPr/>
    </dgm:pt>
    <dgm:pt modelId="{1411FC11-5BEC-40F0-99DB-FE63065F5C20}" type="pres">
      <dgm:prSet presAssocID="{FB1CAC83-17C5-4164-BF8E-EA82697DE0A5}" presName="L2TextContainer" presStyleLbl="bgAccFollowNode1" presStyleIdx="3" presStyleCnt="7"/>
      <dgm:spPr/>
    </dgm:pt>
    <dgm:pt modelId="{366C6948-A3BC-485F-8F49-C373DCE0A134}" type="pres">
      <dgm:prSet presAssocID="{FB1CAC83-17C5-4164-BF8E-EA82697DE0A5}" presName="FlexibleEmptyPlaceHolder" presStyleCnt="0"/>
      <dgm:spPr/>
    </dgm:pt>
    <dgm:pt modelId="{5B32099E-1697-47A5-850C-D73DC6BCB31B}" type="pres">
      <dgm:prSet presAssocID="{FB1CAC83-17C5-4164-BF8E-EA82697DE0A5}" presName="ConnectLine" presStyleLbl="alignNode1" presStyleIdx="3" presStyleCnt="7"/>
      <dgm:spPr>
        <a:solidFill>
          <a:schemeClr val="accent5">
            <a:hueOff val="0"/>
            <a:satOff val="0"/>
            <a:lumOff val="0"/>
            <a:alphaOff val="0"/>
          </a:schemeClr>
        </a:solidFill>
        <a:ln w="6350" cap="flat" cmpd="sng" algn="ctr">
          <a:solidFill>
            <a:schemeClr val="accent5">
              <a:hueOff val="0"/>
              <a:satOff val="0"/>
              <a:lumOff val="0"/>
              <a:alphaOff val="0"/>
            </a:schemeClr>
          </a:solidFill>
          <a:prstDash val="dash"/>
          <a:miter lim="800000"/>
        </a:ln>
        <a:effectLst/>
      </dgm:spPr>
    </dgm:pt>
    <dgm:pt modelId="{E69FDC75-1C42-422D-814A-2582FA3BDFA5}" type="pres">
      <dgm:prSet presAssocID="{FB1CAC83-17C5-4164-BF8E-EA82697DE0A5}" presName="ConnectorPoint" presStyleLbl="fgAcc1" presStyleIdx="3" presStyleCnt="7"/>
      <dgm:spPr>
        <a:solidFill>
          <a:schemeClr val="lt1">
            <a:alpha val="90000"/>
            <a:hueOff val="0"/>
            <a:satOff val="0"/>
            <a:lumOff val="0"/>
            <a:alphaOff val="0"/>
          </a:schemeClr>
        </a:solidFill>
        <a:ln w="12700" cap="flat" cmpd="sng" algn="ctr">
          <a:noFill/>
          <a:prstDash val="solid"/>
          <a:miter lim="800000"/>
        </a:ln>
        <a:effectLst/>
      </dgm:spPr>
    </dgm:pt>
    <dgm:pt modelId="{F28A3CB5-1AE1-47EA-80F8-60977BCFEE4A}" type="pres">
      <dgm:prSet presAssocID="{FB1CAC83-17C5-4164-BF8E-EA82697DE0A5}" presName="EmptyPlaceHolder" presStyleCnt="0"/>
      <dgm:spPr/>
    </dgm:pt>
    <dgm:pt modelId="{11AD8A0B-3AAF-462E-A55B-7F1D45AE047C}" type="pres">
      <dgm:prSet presAssocID="{8D945D25-1067-4020-AB96-49F4DB885D32}" presName="spaceBetweenRectangles" presStyleCnt="0"/>
      <dgm:spPr/>
    </dgm:pt>
    <dgm:pt modelId="{B54CC99B-E2E3-4C91-A56C-0CE672F2F4BC}" type="pres">
      <dgm:prSet presAssocID="{C2901D02-D73E-43F1-B827-F890DDDE41A8}" presName="composite" presStyleCnt="0"/>
      <dgm:spPr/>
    </dgm:pt>
    <dgm:pt modelId="{B48493FE-BF97-4B63-BB2D-89788D835E4F}" type="pres">
      <dgm:prSet presAssocID="{C2901D02-D73E-43F1-B827-F890DDDE41A8}" presName="L1TextContainer" presStyleLbl="revTx" presStyleIdx="4" presStyleCnt="7">
        <dgm:presLayoutVars>
          <dgm:chMax val="1"/>
          <dgm:chPref val="1"/>
          <dgm:bulletEnabled val="1"/>
        </dgm:presLayoutVars>
      </dgm:prSet>
      <dgm:spPr/>
    </dgm:pt>
    <dgm:pt modelId="{D2781292-EBB2-418E-91E9-81B5BF82B595}" type="pres">
      <dgm:prSet presAssocID="{C2901D02-D73E-43F1-B827-F890DDDE41A8}" presName="L2TextContainerWrapper" presStyleCnt="0">
        <dgm:presLayoutVars>
          <dgm:chMax val="0"/>
          <dgm:chPref val="0"/>
          <dgm:bulletEnabled val="1"/>
        </dgm:presLayoutVars>
      </dgm:prSet>
      <dgm:spPr/>
    </dgm:pt>
    <dgm:pt modelId="{0AAC8714-C165-4C2D-BB7C-70FCA0CB3E5B}" type="pres">
      <dgm:prSet presAssocID="{C2901D02-D73E-43F1-B827-F890DDDE41A8}" presName="L2TextContainer" presStyleLbl="bgAccFollowNode1" presStyleIdx="4" presStyleCnt="7"/>
      <dgm:spPr/>
    </dgm:pt>
    <dgm:pt modelId="{C338406D-1B06-46F2-B400-004A1FD54BC1}" type="pres">
      <dgm:prSet presAssocID="{C2901D02-D73E-43F1-B827-F890DDDE41A8}" presName="FlexibleEmptyPlaceHolder" presStyleCnt="0"/>
      <dgm:spPr/>
    </dgm:pt>
    <dgm:pt modelId="{EDE6C0D7-72FA-4D4D-89F3-3BEF42725A8E}" type="pres">
      <dgm:prSet presAssocID="{C2901D02-D73E-43F1-B827-F890DDDE41A8}" presName="ConnectLine" presStyleLbl="alignNode1" presStyleIdx="4" presStyleCnt="7"/>
      <dgm:spPr>
        <a:solidFill>
          <a:schemeClr val="accent6">
            <a:hueOff val="0"/>
            <a:satOff val="0"/>
            <a:lumOff val="0"/>
            <a:alphaOff val="0"/>
          </a:schemeClr>
        </a:solidFill>
        <a:ln w="6350" cap="flat" cmpd="sng" algn="ctr">
          <a:solidFill>
            <a:schemeClr val="accent6">
              <a:hueOff val="0"/>
              <a:satOff val="0"/>
              <a:lumOff val="0"/>
              <a:alphaOff val="0"/>
            </a:schemeClr>
          </a:solidFill>
          <a:prstDash val="dash"/>
          <a:miter lim="800000"/>
        </a:ln>
        <a:effectLst/>
      </dgm:spPr>
    </dgm:pt>
    <dgm:pt modelId="{48B65513-3C05-4C9A-8A78-7088EB040298}" type="pres">
      <dgm:prSet presAssocID="{C2901D02-D73E-43F1-B827-F890DDDE41A8}" presName="ConnectorPoint" presStyleLbl="fgAcc1" presStyleIdx="4" presStyleCnt="7"/>
      <dgm:spPr>
        <a:solidFill>
          <a:schemeClr val="lt1">
            <a:alpha val="90000"/>
            <a:hueOff val="0"/>
            <a:satOff val="0"/>
            <a:lumOff val="0"/>
            <a:alphaOff val="0"/>
          </a:schemeClr>
        </a:solidFill>
        <a:ln w="12700" cap="flat" cmpd="sng" algn="ctr">
          <a:noFill/>
          <a:prstDash val="solid"/>
          <a:miter lim="800000"/>
        </a:ln>
        <a:effectLst/>
      </dgm:spPr>
    </dgm:pt>
    <dgm:pt modelId="{B9C4D690-85B9-47D0-A179-275E5BE72B6A}" type="pres">
      <dgm:prSet presAssocID="{C2901D02-D73E-43F1-B827-F890DDDE41A8}" presName="EmptyPlaceHolder" presStyleCnt="0"/>
      <dgm:spPr/>
    </dgm:pt>
    <dgm:pt modelId="{1C83087F-7690-4EEC-BD98-293D0ACA6E10}" type="pres">
      <dgm:prSet presAssocID="{12DF29AC-40BA-4799-80DA-08679333C1A9}" presName="spaceBetweenRectangles" presStyleCnt="0"/>
      <dgm:spPr/>
    </dgm:pt>
    <dgm:pt modelId="{66582CEF-5E79-4405-9CAB-A1FC8223DAD8}" type="pres">
      <dgm:prSet presAssocID="{C73FB2CA-909B-450E-97DF-65CB4E2DCE75}" presName="composite" presStyleCnt="0"/>
      <dgm:spPr/>
    </dgm:pt>
    <dgm:pt modelId="{0DE76C55-818C-497E-BC0A-A214104EB000}" type="pres">
      <dgm:prSet presAssocID="{C73FB2CA-909B-450E-97DF-65CB4E2DCE75}" presName="L1TextContainer" presStyleLbl="revTx" presStyleIdx="5" presStyleCnt="7">
        <dgm:presLayoutVars>
          <dgm:chMax val="1"/>
          <dgm:chPref val="1"/>
          <dgm:bulletEnabled val="1"/>
        </dgm:presLayoutVars>
      </dgm:prSet>
      <dgm:spPr/>
    </dgm:pt>
    <dgm:pt modelId="{D1761532-76CC-47E7-90B6-533766176796}" type="pres">
      <dgm:prSet presAssocID="{C73FB2CA-909B-450E-97DF-65CB4E2DCE75}" presName="L2TextContainerWrapper" presStyleCnt="0">
        <dgm:presLayoutVars>
          <dgm:chMax val="0"/>
          <dgm:chPref val="0"/>
          <dgm:bulletEnabled val="1"/>
        </dgm:presLayoutVars>
      </dgm:prSet>
      <dgm:spPr/>
    </dgm:pt>
    <dgm:pt modelId="{29BB9700-574C-4B8C-BCC1-84390A145CF6}" type="pres">
      <dgm:prSet presAssocID="{C73FB2CA-909B-450E-97DF-65CB4E2DCE75}" presName="L2TextContainer" presStyleLbl="bgAccFollowNode1" presStyleIdx="5" presStyleCnt="7"/>
      <dgm:spPr/>
    </dgm:pt>
    <dgm:pt modelId="{9353EBD9-6B31-4EC1-8566-04575E836DC4}" type="pres">
      <dgm:prSet presAssocID="{C73FB2CA-909B-450E-97DF-65CB4E2DCE75}" presName="FlexibleEmptyPlaceHolder" presStyleCnt="0"/>
      <dgm:spPr/>
    </dgm:pt>
    <dgm:pt modelId="{B38B1F98-279B-473A-8831-5EDB69D29E7B}" type="pres">
      <dgm:prSet presAssocID="{C73FB2CA-909B-450E-97DF-65CB4E2DCE75}" presName="ConnectLine" presStyleLbl="alignNode1" presStyleIdx="5" presStyleCnt="7"/>
      <dgm:spPr>
        <a:solidFill>
          <a:schemeClr val="accent2">
            <a:hueOff val="0"/>
            <a:satOff val="0"/>
            <a:lumOff val="0"/>
            <a:alphaOff val="0"/>
          </a:schemeClr>
        </a:solidFill>
        <a:ln w="6350" cap="flat" cmpd="sng" algn="ctr">
          <a:solidFill>
            <a:schemeClr val="accent2">
              <a:hueOff val="0"/>
              <a:satOff val="0"/>
              <a:lumOff val="0"/>
              <a:alphaOff val="0"/>
            </a:schemeClr>
          </a:solidFill>
          <a:prstDash val="dash"/>
          <a:miter lim="800000"/>
        </a:ln>
        <a:effectLst/>
      </dgm:spPr>
    </dgm:pt>
    <dgm:pt modelId="{777E6921-FFC3-4C12-A8AC-9D5C30384203}" type="pres">
      <dgm:prSet presAssocID="{C73FB2CA-909B-450E-97DF-65CB4E2DCE75}" presName="ConnectorPoint" presStyleLbl="fgAcc1" presStyleIdx="5" presStyleCnt="7"/>
      <dgm:spPr>
        <a:solidFill>
          <a:schemeClr val="lt1">
            <a:alpha val="90000"/>
            <a:hueOff val="0"/>
            <a:satOff val="0"/>
            <a:lumOff val="0"/>
            <a:alphaOff val="0"/>
          </a:schemeClr>
        </a:solidFill>
        <a:ln w="12700" cap="flat" cmpd="sng" algn="ctr">
          <a:noFill/>
          <a:prstDash val="solid"/>
          <a:miter lim="800000"/>
        </a:ln>
        <a:effectLst/>
      </dgm:spPr>
    </dgm:pt>
    <dgm:pt modelId="{4F8C3926-FCFA-49DF-BFA6-0CF8765B039D}" type="pres">
      <dgm:prSet presAssocID="{C73FB2CA-909B-450E-97DF-65CB4E2DCE75}" presName="EmptyPlaceHolder" presStyleCnt="0"/>
      <dgm:spPr/>
    </dgm:pt>
    <dgm:pt modelId="{790905DD-BF57-4CFD-85D3-43BAD71001D9}" type="pres">
      <dgm:prSet presAssocID="{BDAD1CCD-86A4-4DA7-A60A-77E5F20954E0}" presName="spaceBetweenRectangles" presStyleCnt="0"/>
      <dgm:spPr/>
    </dgm:pt>
    <dgm:pt modelId="{97B5D371-8047-43C9-96F7-DA5F26767CCE}" type="pres">
      <dgm:prSet presAssocID="{1164E493-BC95-445E-B5C9-300FDC891B30}" presName="composite" presStyleCnt="0"/>
      <dgm:spPr/>
    </dgm:pt>
    <dgm:pt modelId="{A42D23EF-A6A8-4D32-A84A-2E858B2329FA}" type="pres">
      <dgm:prSet presAssocID="{1164E493-BC95-445E-B5C9-300FDC891B30}" presName="L1TextContainer" presStyleLbl="revTx" presStyleIdx="6" presStyleCnt="7">
        <dgm:presLayoutVars>
          <dgm:chMax val="1"/>
          <dgm:chPref val="1"/>
          <dgm:bulletEnabled val="1"/>
        </dgm:presLayoutVars>
      </dgm:prSet>
      <dgm:spPr/>
    </dgm:pt>
    <dgm:pt modelId="{B5EDB608-3ADD-417B-A1A3-ABCC890B1637}" type="pres">
      <dgm:prSet presAssocID="{1164E493-BC95-445E-B5C9-300FDC891B30}" presName="L2TextContainerWrapper" presStyleCnt="0">
        <dgm:presLayoutVars>
          <dgm:chMax val="0"/>
          <dgm:chPref val="0"/>
          <dgm:bulletEnabled val="1"/>
        </dgm:presLayoutVars>
      </dgm:prSet>
      <dgm:spPr/>
    </dgm:pt>
    <dgm:pt modelId="{E8C5A134-CF4C-4175-8918-EE85A9104D96}" type="pres">
      <dgm:prSet presAssocID="{1164E493-BC95-445E-B5C9-300FDC891B30}" presName="L2TextContainer" presStyleLbl="bgAccFollowNode1" presStyleIdx="6" presStyleCnt="7"/>
      <dgm:spPr/>
    </dgm:pt>
    <dgm:pt modelId="{C91C79C1-9398-4439-8AC9-5D5B3A0F27AF}" type="pres">
      <dgm:prSet presAssocID="{1164E493-BC95-445E-B5C9-300FDC891B30}" presName="FlexibleEmptyPlaceHolder" presStyleCnt="0"/>
      <dgm:spPr/>
    </dgm:pt>
    <dgm:pt modelId="{77C780CC-55BE-4B73-985C-20C166CC4B76}" type="pres">
      <dgm:prSet presAssocID="{1164E493-BC95-445E-B5C9-300FDC891B30}" presName="ConnectLine" presStyleLbl="alignNode1" presStyleIdx="6" presStyleCnt="7"/>
      <dgm:spPr>
        <a:solidFill>
          <a:schemeClr val="accent3">
            <a:hueOff val="0"/>
            <a:satOff val="0"/>
            <a:lumOff val="0"/>
            <a:alphaOff val="0"/>
          </a:schemeClr>
        </a:solidFill>
        <a:ln w="6350" cap="flat" cmpd="sng" algn="ctr">
          <a:solidFill>
            <a:schemeClr val="accent3">
              <a:hueOff val="0"/>
              <a:satOff val="0"/>
              <a:lumOff val="0"/>
              <a:alphaOff val="0"/>
            </a:schemeClr>
          </a:solidFill>
          <a:prstDash val="dash"/>
          <a:miter lim="800000"/>
        </a:ln>
        <a:effectLst/>
      </dgm:spPr>
    </dgm:pt>
    <dgm:pt modelId="{10ECBC46-74E7-47C1-A2A2-F783AE4ED33F}" type="pres">
      <dgm:prSet presAssocID="{1164E493-BC95-445E-B5C9-300FDC891B30}" presName="ConnectorPoint" presStyleLbl="fgAcc1" presStyleIdx="6" presStyleCnt="7"/>
      <dgm:spPr>
        <a:solidFill>
          <a:schemeClr val="lt1">
            <a:alpha val="90000"/>
            <a:hueOff val="0"/>
            <a:satOff val="0"/>
            <a:lumOff val="0"/>
            <a:alphaOff val="0"/>
          </a:schemeClr>
        </a:solidFill>
        <a:ln w="12700" cap="flat" cmpd="sng" algn="ctr">
          <a:noFill/>
          <a:prstDash val="solid"/>
          <a:miter lim="800000"/>
        </a:ln>
        <a:effectLst/>
      </dgm:spPr>
    </dgm:pt>
    <dgm:pt modelId="{032EEC59-184C-4842-A4EC-AB5901EEA803}" type="pres">
      <dgm:prSet presAssocID="{1164E493-BC95-445E-B5C9-300FDC891B30}" presName="EmptyPlaceHolder" presStyleCnt="0"/>
      <dgm:spPr/>
    </dgm:pt>
  </dgm:ptLst>
  <dgm:cxnLst>
    <dgm:cxn modelId="{04B3B906-864C-4A57-89C2-B74BB9786862}" type="presOf" srcId="{25274A71-49BD-4D0B-A35F-E840FAD3E15B}" destId="{22925B45-DB38-430B-81F2-683CD0AC67C4}" srcOrd="0" destOrd="0" presId="urn:microsoft.com/office/officeart/2017/3/layout/HorizontalPathTimeline"/>
    <dgm:cxn modelId="{31E0DC22-A681-48D5-BDD5-445998CAD48A}" type="presOf" srcId="{26BF839F-8BF9-4AEC-A894-7E79DA274F43}" destId="{1411FC11-5BEC-40F0-99DB-FE63065F5C20}" srcOrd="0" destOrd="0" presId="urn:microsoft.com/office/officeart/2017/3/layout/HorizontalPathTimeline"/>
    <dgm:cxn modelId="{89162F28-C931-483D-9302-766668BC9725}" type="presOf" srcId="{64B2B083-1786-46F9-8AF9-5A505F1F8A82}" destId="{29BB9700-574C-4B8C-BCC1-84390A145CF6}" srcOrd="0" destOrd="0" presId="urn:microsoft.com/office/officeart/2017/3/layout/HorizontalPathTimeline"/>
    <dgm:cxn modelId="{BDC8FE2D-3F01-4A13-BE72-295320E79762}" srcId="{25274A71-49BD-4D0B-A35F-E840FAD3E15B}" destId="{C2901D02-D73E-43F1-B827-F890DDDE41A8}" srcOrd="4" destOrd="0" parTransId="{26D554FE-19FD-4A02-ADCA-D0CB310A24E8}" sibTransId="{12DF29AC-40BA-4799-80DA-08679333C1A9}"/>
    <dgm:cxn modelId="{CF782C39-4FD8-498B-8C15-E7FE5DE8411E}" srcId="{6E593D54-1D85-4D93-A6ED-ECB3321E3ADD}" destId="{121DCA68-BA9C-4BFA-9109-A45CDD92684A}" srcOrd="0" destOrd="0" parTransId="{5017C0F5-C70D-43A1-84D0-5DDBBA5BC943}" sibTransId="{8D20F361-0C07-4465-B859-25DA0D9225A9}"/>
    <dgm:cxn modelId="{A550C23D-9384-4DEB-B2B5-09AD20DE0027}" srcId="{24E2A27D-4C55-4F7B-BCCA-C34B857E65FE}" destId="{D7968B7A-E759-4167-A7EF-2A74BACF5A2B}" srcOrd="0" destOrd="0" parTransId="{2E369908-047D-4BCF-8E08-2ED8F61BC1AC}" sibTransId="{CD5A7479-4A80-4451-AAE3-B5F2A56D0CCE}"/>
    <dgm:cxn modelId="{5B632F45-2F46-4FC1-B0F9-B792052383C5}" srcId="{25274A71-49BD-4D0B-A35F-E840FAD3E15B}" destId="{6E593D54-1D85-4D93-A6ED-ECB3321E3ADD}" srcOrd="0" destOrd="0" parTransId="{589B4DF8-8708-4C3D-9A16-6211BD1E5490}" sibTransId="{82BD080B-AFFD-4930-81BB-5035E7265130}"/>
    <dgm:cxn modelId="{AE43C372-A669-428A-A117-141FB89D036A}" srcId="{25274A71-49BD-4D0B-A35F-E840FAD3E15B}" destId="{24E2A27D-4C55-4F7B-BCCA-C34B857E65FE}" srcOrd="1" destOrd="0" parTransId="{0DB8B746-8D1B-4C38-BEA1-BD9E27BBDE7C}" sibTransId="{9BA43619-41F7-491B-A32E-EC21D7A5F5D0}"/>
    <dgm:cxn modelId="{B451E173-966E-4C93-944F-A393BB0960FF}" srcId="{2AC51DFB-B23A-4E6A-8E62-64EDA148D151}" destId="{518E07ED-4D94-4870-9D41-513E4152E3B9}" srcOrd="0" destOrd="0" parTransId="{716289A7-5BEA-445A-BD66-F4056FF8886D}" sibTransId="{77B3136E-A747-4D9A-B651-C418E0976551}"/>
    <dgm:cxn modelId="{E3B24E76-7284-448F-93CA-160D707C054D}" srcId="{25274A71-49BD-4D0B-A35F-E840FAD3E15B}" destId="{2AC51DFB-B23A-4E6A-8E62-64EDA148D151}" srcOrd="2" destOrd="0" parTransId="{72788463-7852-43D4-830E-1FCC44DC71E0}" sibTransId="{27F9E83F-A235-42ED-8FE3-CBB8F31F5938}"/>
    <dgm:cxn modelId="{F333CB7E-D5D2-424A-AB20-6A3F01D654D5}" type="presOf" srcId="{DCA189CF-DE9A-477D-A67D-85AD49B7B0B0}" destId="{0AAC8714-C165-4C2D-BB7C-70FCA0CB3E5B}" srcOrd="0" destOrd="0" presId="urn:microsoft.com/office/officeart/2017/3/layout/HorizontalPathTimeline"/>
    <dgm:cxn modelId="{58B67882-FE2A-4A29-B6D1-B87BCFFBEBF9}" type="presOf" srcId="{2AC51DFB-B23A-4E6A-8E62-64EDA148D151}" destId="{DF811BB7-1B4A-42B1-83FD-C94A66ABD05C}" srcOrd="0" destOrd="0" presId="urn:microsoft.com/office/officeart/2017/3/layout/HorizontalPathTimeline"/>
    <dgm:cxn modelId="{EFAB2E88-0026-4AE8-B2EC-EA799A07E814}" srcId="{1164E493-BC95-445E-B5C9-300FDC891B30}" destId="{EA48594F-9871-43D5-BEEA-6416894F13F6}" srcOrd="0" destOrd="0" parTransId="{BD429359-E219-4C25-9DFD-482414480AAB}" sibTransId="{97FA756B-E0AD-437A-AEBD-A44011128411}"/>
    <dgm:cxn modelId="{ACC5AA92-9DEE-4B75-BD4A-7D37469745FC}" type="presOf" srcId="{FB1CAC83-17C5-4164-BF8E-EA82697DE0A5}" destId="{0AF2DA39-30D6-4305-ACBC-4458CD07CC38}" srcOrd="0" destOrd="0" presId="urn:microsoft.com/office/officeart/2017/3/layout/HorizontalPathTimeline"/>
    <dgm:cxn modelId="{46EF4898-D995-4142-8FF8-B7AFEF54A203}" type="presOf" srcId="{D7968B7A-E759-4167-A7EF-2A74BACF5A2B}" destId="{FD86CD50-B503-416D-86E1-03BC5121BFA2}" srcOrd="0" destOrd="0" presId="urn:microsoft.com/office/officeart/2017/3/layout/HorizontalPathTimeline"/>
    <dgm:cxn modelId="{1E97379C-A568-4094-9727-60DE3AF7E8AD}" type="presOf" srcId="{C73FB2CA-909B-450E-97DF-65CB4E2DCE75}" destId="{0DE76C55-818C-497E-BC0A-A214104EB000}" srcOrd="0" destOrd="0" presId="urn:microsoft.com/office/officeart/2017/3/layout/HorizontalPathTimeline"/>
    <dgm:cxn modelId="{7FEE2A9F-7046-4A21-A628-E23E3078940B}" type="presOf" srcId="{518E07ED-4D94-4870-9D41-513E4152E3B9}" destId="{E9E541A9-54A5-492D-9449-06F752AA7049}" srcOrd="0" destOrd="0" presId="urn:microsoft.com/office/officeart/2017/3/layout/HorizontalPathTimeline"/>
    <dgm:cxn modelId="{13C564A5-9325-4E11-8BEC-8B39E29D6D30}" type="presOf" srcId="{C2901D02-D73E-43F1-B827-F890DDDE41A8}" destId="{B48493FE-BF97-4B63-BB2D-89788D835E4F}" srcOrd="0" destOrd="0" presId="urn:microsoft.com/office/officeart/2017/3/layout/HorizontalPathTimeline"/>
    <dgm:cxn modelId="{8B23FEB4-7511-465F-BBD5-C23F79E7167E}" srcId="{25274A71-49BD-4D0B-A35F-E840FAD3E15B}" destId="{1164E493-BC95-445E-B5C9-300FDC891B30}" srcOrd="6" destOrd="0" parTransId="{0E92E653-CB0C-47A3-A4CA-F725BB384CF2}" sibTransId="{B6C6EE2C-3269-41B5-905E-77DD03123B0E}"/>
    <dgm:cxn modelId="{FF845BBF-09AB-4338-BFEB-0D8A1F28D67A}" type="presOf" srcId="{24E2A27D-4C55-4F7B-BCCA-C34B857E65FE}" destId="{7C449223-D715-4D6E-84DF-B3B23EAE2430}" srcOrd="0" destOrd="0" presId="urn:microsoft.com/office/officeart/2017/3/layout/HorizontalPathTimeline"/>
    <dgm:cxn modelId="{C8A1BBC3-EB53-492F-AC39-7C6BD14CC374}" type="presOf" srcId="{6E593D54-1D85-4D93-A6ED-ECB3321E3ADD}" destId="{F87FAEC0-58A8-485F-A17F-E517654EB549}" srcOrd="0" destOrd="0" presId="urn:microsoft.com/office/officeart/2017/3/layout/HorizontalPathTimeline"/>
    <dgm:cxn modelId="{47C5DBCF-F223-4C24-86F4-C5794C8A6CFE}" srcId="{C73FB2CA-909B-450E-97DF-65CB4E2DCE75}" destId="{64B2B083-1786-46F9-8AF9-5A505F1F8A82}" srcOrd="0" destOrd="0" parTransId="{4472FAC4-5B32-47FA-A36F-D060D10E5E07}" sibTransId="{0809689F-B955-4C60-BDE7-D08E9DC22F2F}"/>
    <dgm:cxn modelId="{F011F2D0-982E-4D40-9CCE-74231F0B89ED}" srcId="{FB1CAC83-17C5-4164-BF8E-EA82697DE0A5}" destId="{26BF839F-8BF9-4AEC-A894-7E79DA274F43}" srcOrd="0" destOrd="0" parTransId="{367E87EC-5DB1-4625-8CEA-01921687EFA4}" sibTransId="{687CA16F-B52E-4589-BC61-37079DADAE7E}"/>
    <dgm:cxn modelId="{B28864D6-B92B-4E78-9364-085222D538DA}" type="presOf" srcId="{121DCA68-BA9C-4BFA-9109-A45CDD92684A}" destId="{942C60B7-BE01-46E2-8D99-D7E17DD9773A}" srcOrd="0" destOrd="0" presId="urn:microsoft.com/office/officeart/2017/3/layout/HorizontalPathTimeline"/>
    <dgm:cxn modelId="{557EC4DF-E423-45D2-8C4C-9E061AE636BB}" type="presOf" srcId="{EA48594F-9871-43D5-BEEA-6416894F13F6}" destId="{E8C5A134-CF4C-4175-8918-EE85A9104D96}" srcOrd="0" destOrd="0" presId="urn:microsoft.com/office/officeart/2017/3/layout/HorizontalPathTimeline"/>
    <dgm:cxn modelId="{C5F5E7E3-BEA2-46FF-BFE9-6309F69934E2}" type="presOf" srcId="{1164E493-BC95-445E-B5C9-300FDC891B30}" destId="{A42D23EF-A6A8-4D32-A84A-2E858B2329FA}" srcOrd="0" destOrd="0" presId="urn:microsoft.com/office/officeart/2017/3/layout/HorizontalPathTimeline"/>
    <dgm:cxn modelId="{81FC96E9-1D9B-4972-85BB-217FEEA093CB}" srcId="{25274A71-49BD-4D0B-A35F-E840FAD3E15B}" destId="{FB1CAC83-17C5-4164-BF8E-EA82697DE0A5}" srcOrd="3" destOrd="0" parTransId="{A980378F-5336-4CB7-8089-0FA06740684B}" sibTransId="{8D945D25-1067-4020-AB96-49F4DB885D32}"/>
    <dgm:cxn modelId="{8E1852F7-8F61-4CE3-ABD9-19AB459FBAD8}" srcId="{25274A71-49BD-4D0B-A35F-E840FAD3E15B}" destId="{C73FB2CA-909B-450E-97DF-65CB4E2DCE75}" srcOrd="5" destOrd="0" parTransId="{F6808977-03EF-465D-A403-80DBC6BD0CEB}" sibTransId="{BDAD1CCD-86A4-4DA7-A60A-77E5F20954E0}"/>
    <dgm:cxn modelId="{13BCBAFB-DE60-4E06-A1AD-645B3ABC5394}" srcId="{C2901D02-D73E-43F1-B827-F890DDDE41A8}" destId="{DCA189CF-DE9A-477D-A67D-85AD49B7B0B0}" srcOrd="0" destOrd="0" parTransId="{57D891A8-15F3-41DD-B5A8-AFE4AAC77DE6}" sibTransId="{32453B65-7BAE-4012-88C9-B6C5B28DC96C}"/>
    <dgm:cxn modelId="{879EA912-A60A-4F11-862D-16C520A085B8}" type="presParOf" srcId="{22925B45-DB38-430B-81F2-683CD0AC67C4}" destId="{C630DFA8-4F5D-450A-AA2E-AE59AD77E763}" srcOrd="0" destOrd="0" presId="urn:microsoft.com/office/officeart/2017/3/layout/HorizontalPathTimeline"/>
    <dgm:cxn modelId="{53B41942-9025-463B-9AE3-44829A7097B7}" type="presParOf" srcId="{22925B45-DB38-430B-81F2-683CD0AC67C4}" destId="{A5ACCA33-5193-43BA-ABB5-DC32A0ECD2A3}" srcOrd="1" destOrd="0" presId="urn:microsoft.com/office/officeart/2017/3/layout/HorizontalPathTimeline"/>
    <dgm:cxn modelId="{8154FA01-9496-4022-A98B-4BDD135ADBCB}" type="presParOf" srcId="{A5ACCA33-5193-43BA-ABB5-DC32A0ECD2A3}" destId="{CC79AF2D-1775-4CEC-922E-279774CAE66A}" srcOrd="0" destOrd="0" presId="urn:microsoft.com/office/officeart/2017/3/layout/HorizontalPathTimeline"/>
    <dgm:cxn modelId="{DC304A0D-5EA3-4DD2-BAA1-9A4DF9E1EBA9}" type="presParOf" srcId="{CC79AF2D-1775-4CEC-922E-279774CAE66A}" destId="{F87FAEC0-58A8-485F-A17F-E517654EB549}" srcOrd="0" destOrd="0" presId="urn:microsoft.com/office/officeart/2017/3/layout/HorizontalPathTimeline"/>
    <dgm:cxn modelId="{6A9319D1-3BE2-47E8-A5E8-353FF8F0C1A0}" type="presParOf" srcId="{CC79AF2D-1775-4CEC-922E-279774CAE66A}" destId="{0391363D-E20C-40E3-BDA0-89636402ADA1}" srcOrd="1" destOrd="0" presId="urn:microsoft.com/office/officeart/2017/3/layout/HorizontalPathTimeline"/>
    <dgm:cxn modelId="{A882E8DC-9BFC-47B2-99CD-4EA91253FEF0}" type="presParOf" srcId="{0391363D-E20C-40E3-BDA0-89636402ADA1}" destId="{942C60B7-BE01-46E2-8D99-D7E17DD9773A}" srcOrd="0" destOrd="0" presId="urn:microsoft.com/office/officeart/2017/3/layout/HorizontalPathTimeline"/>
    <dgm:cxn modelId="{998800EB-4C97-4F66-9463-92804625F922}" type="presParOf" srcId="{0391363D-E20C-40E3-BDA0-89636402ADA1}" destId="{F955D6EE-91DA-4592-9185-45A993E5C2CE}" srcOrd="1" destOrd="0" presId="urn:microsoft.com/office/officeart/2017/3/layout/HorizontalPathTimeline"/>
    <dgm:cxn modelId="{2BF16707-1312-4793-9F5D-1A7BBD5F8A67}" type="presParOf" srcId="{CC79AF2D-1775-4CEC-922E-279774CAE66A}" destId="{568011C2-F332-46D3-A140-80A872B39CF2}" srcOrd="2" destOrd="0" presId="urn:microsoft.com/office/officeart/2017/3/layout/HorizontalPathTimeline"/>
    <dgm:cxn modelId="{BBD9E7A2-8B78-4425-942D-F9542E603952}" type="presParOf" srcId="{CC79AF2D-1775-4CEC-922E-279774CAE66A}" destId="{4FBE0E31-CB58-4A9D-81F0-0F0B6EF8B800}" srcOrd="3" destOrd="0" presId="urn:microsoft.com/office/officeart/2017/3/layout/HorizontalPathTimeline"/>
    <dgm:cxn modelId="{CE76990F-CF35-444E-84CF-0CA0EC722C5F}" type="presParOf" srcId="{CC79AF2D-1775-4CEC-922E-279774CAE66A}" destId="{1F68E82E-E6C7-4196-9BE0-53F9E8E8567B}" srcOrd="4" destOrd="0" presId="urn:microsoft.com/office/officeart/2017/3/layout/HorizontalPathTimeline"/>
    <dgm:cxn modelId="{2C710D57-693C-417B-91C2-F66E3E2A9AA5}" type="presParOf" srcId="{A5ACCA33-5193-43BA-ABB5-DC32A0ECD2A3}" destId="{41698264-9D96-4FFB-B2E4-3B1DFDE77108}" srcOrd="1" destOrd="0" presId="urn:microsoft.com/office/officeart/2017/3/layout/HorizontalPathTimeline"/>
    <dgm:cxn modelId="{9B4C71F3-8AC8-4FEB-805E-7427406DD1A9}" type="presParOf" srcId="{A5ACCA33-5193-43BA-ABB5-DC32A0ECD2A3}" destId="{100C879B-42C5-4561-B520-E067E4CB8930}" srcOrd="2" destOrd="0" presId="urn:microsoft.com/office/officeart/2017/3/layout/HorizontalPathTimeline"/>
    <dgm:cxn modelId="{A514F0CF-CC83-41B6-8AD1-636683681A82}" type="presParOf" srcId="{100C879B-42C5-4561-B520-E067E4CB8930}" destId="{7C449223-D715-4D6E-84DF-B3B23EAE2430}" srcOrd="0" destOrd="0" presId="urn:microsoft.com/office/officeart/2017/3/layout/HorizontalPathTimeline"/>
    <dgm:cxn modelId="{C4409479-31CE-471B-959B-39119EB891D4}" type="presParOf" srcId="{100C879B-42C5-4561-B520-E067E4CB8930}" destId="{030B5269-03C7-4A02-9BB8-7B4C3F2F1501}" srcOrd="1" destOrd="0" presId="urn:microsoft.com/office/officeart/2017/3/layout/HorizontalPathTimeline"/>
    <dgm:cxn modelId="{CDB7C360-2456-45F6-8A97-601E0BDC8E75}" type="presParOf" srcId="{030B5269-03C7-4A02-9BB8-7B4C3F2F1501}" destId="{FD86CD50-B503-416D-86E1-03BC5121BFA2}" srcOrd="0" destOrd="0" presId="urn:microsoft.com/office/officeart/2017/3/layout/HorizontalPathTimeline"/>
    <dgm:cxn modelId="{8767691D-3B20-40C5-96CD-B87C5764BDFD}" type="presParOf" srcId="{030B5269-03C7-4A02-9BB8-7B4C3F2F1501}" destId="{5514FB74-CB20-485A-AFD8-55E1EDFFB023}" srcOrd="1" destOrd="0" presId="urn:microsoft.com/office/officeart/2017/3/layout/HorizontalPathTimeline"/>
    <dgm:cxn modelId="{D5064735-7930-4981-B88A-9740C106A535}" type="presParOf" srcId="{100C879B-42C5-4561-B520-E067E4CB8930}" destId="{41918699-BEB8-46F8-B7FE-A88E8AE8D154}" srcOrd="2" destOrd="0" presId="urn:microsoft.com/office/officeart/2017/3/layout/HorizontalPathTimeline"/>
    <dgm:cxn modelId="{478E8A69-4978-40F7-BCB1-50777F643744}" type="presParOf" srcId="{100C879B-42C5-4561-B520-E067E4CB8930}" destId="{464CBBBA-8344-4A4D-9297-016D3CD7517B}" srcOrd="3" destOrd="0" presId="urn:microsoft.com/office/officeart/2017/3/layout/HorizontalPathTimeline"/>
    <dgm:cxn modelId="{D7748126-D4DD-4900-8D17-72C443AC5FE7}" type="presParOf" srcId="{100C879B-42C5-4561-B520-E067E4CB8930}" destId="{1A2C7D06-2A24-4B91-9289-A36D162320AE}" srcOrd="4" destOrd="0" presId="urn:microsoft.com/office/officeart/2017/3/layout/HorizontalPathTimeline"/>
    <dgm:cxn modelId="{9D9026B5-CF8E-46D7-A0D4-10DB4C3B9C4C}" type="presParOf" srcId="{A5ACCA33-5193-43BA-ABB5-DC32A0ECD2A3}" destId="{CC8F7377-BD81-4383-BD21-B80BB9FC1AEC}" srcOrd="3" destOrd="0" presId="urn:microsoft.com/office/officeart/2017/3/layout/HorizontalPathTimeline"/>
    <dgm:cxn modelId="{F0E912AC-08DA-4735-B0D2-155D17361C64}" type="presParOf" srcId="{A5ACCA33-5193-43BA-ABB5-DC32A0ECD2A3}" destId="{3C130B0A-DAC6-4693-A612-E5A65B946D98}" srcOrd="4" destOrd="0" presId="urn:microsoft.com/office/officeart/2017/3/layout/HorizontalPathTimeline"/>
    <dgm:cxn modelId="{947B5574-3746-4CDA-AB95-1C3E218FD92D}" type="presParOf" srcId="{3C130B0A-DAC6-4693-A612-E5A65B946D98}" destId="{DF811BB7-1B4A-42B1-83FD-C94A66ABD05C}" srcOrd="0" destOrd="0" presId="urn:microsoft.com/office/officeart/2017/3/layout/HorizontalPathTimeline"/>
    <dgm:cxn modelId="{BCE0C738-E8B4-4647-83BB-64CBBF2B99F3}" type="presParOf" srcId="{3C130B0A-DAC6-4693-A612-E5A65B946D98}" destId="{BBBC984A-798A-4F62-8374-CB4C067FF595}" srcOrd="1" destOrd="0" presId="urn:microsoft.com/office/officeart/2017/3/layout/HorizontalPathTimeline"/>
    <dgm:cxn modelId="{A43B142E-5540-41CC-83C4-913196766145}" type="presParOf" srcId="{BBBC984A-798A-4F62-8374-CB4C067FF595}" destId="{E9E541A9-54A5-492D-9449-06F752AA7049}" srcOrd="0" destOrd="0" presId="urn:microsoft.com/office/officeart/2017/3/layout/HorizontalPathTimeline"/>
    <dgm:cxn modelId="{A38EBD49-595B-413E-A666-9A040A0981EE}" type="presParOf" srcId="{BBBC984A-798A-4F62-8374-CB4C067FF595}" destId="{9377A375-41CF-4B99-8E9B-9E33C8D94E44}" srcOrd="1" destOrd="0" presId="urn:microsoft.com/office/officeart/2017/3/layout/HorizontalPathTimeline"/>
    <dgm:cxn modelId="{FB6DECDB-83DB-40D7-A539-FF8A1564CB0A}" type="presParOf" srcId="{3C130B0A-DAC6-4693-A612-E5A65B946D98}" destId="{F1D25CF1-A03C-4C7B-A19E-23BC82A662F6}" srcOrd="2" destOrd="0" presId="urn:microsoft.com/office/officeart/2017/3/layout/HorizontalPathTimeline"/>
    <dgm:cxn modelId="{01BEF0A9-56D6-4D6E-AE08-4D922C20B7D7}" type="presParOf" srcId="{3C130B0A-DAC6-4693-A612-E5A65B946D98}" destId="{6DAE742B-3B71-4712-A1BF-B09F5E23A77D}" srcOrd="3" destOrd="0" presId="urn:microsoft.com/office/officeart/2017/3/layout/HorizontalPathTimeline"/>
    <dgm:cxn modelId="{1CD27AF9-58F6-4318-B7F3-AB7494C5D051}" type="presParOf" srcId="{3C130B0A-DAC6-4693-A612-E5A65B946D98}" destId="{A7B67DA3-9261-437C-9483-0CCDC1271C75}" srcOrd="4" destOrd="0" presId="urn:microsoft.com/office/officeart/2017/3/layout/HorizontalPathTimeline"/>
    <dgm:cxn modelId="{8637CB11-3F78-464E-B1F4-CED0782447C4}" type="presParOf" srcId="{A5ACCA33-5193-43BA-ABB5-DC32A0ECD2A3}" destId="{D0540DB5-2EC1-431A-A955-14CC49297FE8}" srcOrd="5" destOrd="0" presId="urn:microsoft.com/office/officeart/2017/3/layout/HorizontalPathTimeline"/>
    <dgm:cxn modelId="{F3F787E1-74C7-4E6C-9622-DECFDBCA9D92}" type="presParOf" srcId="{A5ACCA33-5193-43BA-ABB5-DC32A0ECD2A3}" destId="{70E92959-13B7-4457-ADB3-F5A7812AD339}" srcOrd="6" destOrd="0" presId="urn:microsoft.com/office/officeart/2017/3/layout/HorizontalPathTimeline"/>
    <dgm:cxn modelId="{7B377654-7455-40BE-B1DA-328D506E094E}" type="presParOf" srcId="{70E92959-13B7-4457-ADB3-F5A7812AD339}" destId="{0AF2DA39-30D6-4305-ACBC-4458CD07CC38}" srcOrd="0" destOrd="0" presId="urn:microsoft.com/office/officeart/2017/3/layout/HorizontalPathTimeline"/>
    <dgm:cxn modelId="{323C4049-A080-4C7A-9C89-8EFD4E056F16}" type="presParOf" srcId="{70E92959-13B7-4457-ADB3-F5A7812AD339}" destId="{9D413DC0-1ED4-41F7-A61E-694A3F3F90E8}" srcOrd="1" destOrd="0" presId="urn:microsoft.com/office/officeart/2017/3/layout/HorizontalPathTimeline"/>
    <dgm:cxn modelId="{81A640AE-2355-43E4-AF44-2AF124FB049D}" type="presParOf" srcId="{9D413DC0-1ED4-41F7-A61E-694A3F3F90E8}" destId="{1411FC11-5BEC-40F0-99DB-FE63065F5C20}" srcOrd="0" destOrd="0" presId="urn:microsoft.com/office/officeart/2017/3/layout/HorizontalPathTimeline"/>
    <dgm:cxn modelId="{E4BFC52C-0603-490D-AC6E-092749A449EE}" type="presParOf" srcId="{9D413DC0-1ED4-41F7-A61E-694A3F3F90E8}" destId="{366C6948-A3BC-485F-8F49-C373DCE0A134}" srcOrd="1" destOrd="0" presId="urn:microsoft.com/office/officeart/2017/3/layout/HorizontalPathTimeline"/>
    <dgm:cxn modelId="{6834805A-BEF4-41BB-9485-38579951CB7F}" type="presParOf" srcId="{70E92959-13B7-4457-ADB3-F5A7812AD339}" destId="{5B32099E-1697-47A5-850C-D73DC6BCB31B}" srcOrd="2" destOrd="0" presId="urn:microsoft.com/office/officeart/2017/3/layout/HorizontalPathTimeline"/>
    <dgm:cxn modelId="{1C0E4638-C4D7-44E4-856B-BD22A5194442}" type="presParOf" srcId="{70E92959-13B7-4457-ADB3-F5A7812AD339}" destId="{E69FDC75-1C42-422D-814A-2582FA3BDFA5}" srcOrd="3" destOrd="0" presId="urn:microsoft.com/office/officeart/2017/3/layout/HorizontalPathTimeline"/>
    <dgm:cxn modelId="{73AD8EE8-FB01-489E-82C6-7D18E7976A79}" type="presParOf" srcId="{70E92959-13B7-4457-ADB3-F5A7812AD339}" destId="{F28A3CB5-1AE1-47EA-80F8-60977BCFEE4A}" srcOrd="4" destOrd="0" presId="urn:microsoft.com/office/officeart/2017/3/layout/HorizontalPathTimeline"/>
    <dgm:cxn modelId="{BD316AC1-4A9D-49F6-A084-BEF6D4562865}" type="presParOf" srcId="{A5ACCA33-5193-43BA-ABB5-DC32A0ECD2A3}" destId="{11AD8A0B-3AAF-462E-A55B-7F1D45AE047C}" srcOrd="7" destOrd="0" presId="urn:microsoft.com/office/officeart/2017/3/layout/HorizontalPathTimeline"/>
    <dgm:cxn modelId="{AFDCA459-F811-4F54-B056-C16075938B73}" type="presParOf" srcId="{A5ACCA33-5193-43BA-ABB5-DC32A0ECD2A3}" destId="{B54CC99B-E2E3-4C91-A56C-0CE672F2F4BC}" srcOrd="8" destOrd="0" presId="urn:microsoft.com/office/officeart/2017/3/layout/HorizontalPathTimeline"/>
    <dgm:cxn modelId="{EC60959B-0875-45B3-9BC2-264087BCC671}" type="presParOf" srcId="{B54CC99B-E2E3-4C91-A56C-0CE672F2F4BC}" destId="{B48493FE-BF97-4B63-BB2D-89788D835E4F}" srcOrd="0" destOrd="0" presId="urn:microsoft.com/office/officeart/2017/3/layout/HorizontalPathTimeline"/>
    <dgm:cxn modelId="{4A620682-1641-4010-880D-003ACBBBE551}" type="presParOf" srcId="{B54CC99B-E2E3-4C91-A56C-0CE672F2F4BC}" destId="{D2781292-EBB2-418E-91E9-81B5BF82B595}" srcOrd="1" destOrd="0" presId="urn:microsoft.com/office/officeart/2017/3/layout/HorizontalPathTimeline"/>
    <dgm:cxn modelId="{536538F7-E14C-4F1E-9C24-AEE9BA2E1952}" type="presParOf" srcId="{D2781292-EBB2-418E-91E9-81B5BF82B595}" destId="{0AAC8714-C165-4C2D-BB7C-70FCA0CB3E5B}" srcOrd="0" destOrd="0" presId="urn:microsoft.com/office/officeart/2017/3/layout/HorizontalPathTimeline"/>
    <dgm:cxn modelId="{F85F6F3F-C0D4-4062-9329-4D5EED50F6B8}" type="presParOf" srcId="{D2781292-EBB2-418E-91E9-81B5BF82B595}" destId="{C338406D-1B06-46F2-B400-004A1FD54BC1}" srcOrd="1" destOrd="0" presId="urn:microsoft.com/office/officeart/2017/3/layout/HorizontalPathTimeline"/>
    <dgm:cxn modelId="{625440C8-4F1F-4599-88C6-F377A1935F04}" type="presParOf" srcId="{B54CC99B-E2E3-4C91-A56C-0CE672F2F4BC}" destId="{EDE6C0D7-72FA-4D4D-89F3-3BEF42725A8E}" srcOrd="2" destOrd="0" presId="urn:microsoft.com/office/officeart/2017/3/layout/HorizontalPathTimeline"/>
    <dgm:cxn modelId="{7201E3BA-8DB1-475A-8965-DBE65096556F}" type="presParOf" srcId="{B54CC99B-E2E3-4C91-A56C-0CE672F2F4BC}" destId="{48B65513-3C05-4C9A-8A78-7088EB040298}" srcOrd="3" destOrd="0" presId="urn:microsoft.com/office/officeart/2017/3/layout/HorizontalPathTimeline"/>
    <dgm:cxn modelId="{21700A43-6789-4249-9893-5F53E6A7EEEC}" type="presParOf" srcId="{B54CC99B-E2E3-4C91-A56C-0CE672F2F4BC}" destId="{B9C4D690-85B9-47D0-A179-275E5BE72B6A}" srcOrd="4" destOrd="0" presId="urn:microsoft.com/office/officeart/2017/3/layout/HorizontalPathTimeline"/>
    <dgm:cxn modelId="{677DDF7D-1FE3-4AA5-9016-F18E0E11592C}" type="presParOf" srcId="{A5ACCA33-5193-43BA-ABB5-DC32A0ECD2A3}" destId="{1C83087F-7690-4EEC-BD98-293D0ACA6E10}" srcOrd="9" destOrd="0" presId="urn:microsoft.com/office/officeart/2017/3/layout/HorizontalPathTimeline"/>
    <dgm:cxn modelId="{633F5F9F-56AC-4548-9515-2EF19A44C8C5}" type="presParOf" srcId="{A5ACCA33-5193-43BA-ABB5-DC32A0ECD2A3}" destId="{66582CEF-5E79-4405-9CAB-A1FC8223DAD8}" srcOrd="10" destOrd="0" presId="urn:microsoft.com/office/officeart/2017/3/layout/HorizontalPathTimeline"/>
    <dgm:cxn modelId="{1B2EFC1C-C8A4-44C5-B540-DED565D120D0}" type="presParOf" srcId="{66582CEF-5E79-4405-9CAB-A1FC8223DAD8}" destId="{0DE76C55-818C-497E-BC0A-A214104EB000}" srcOrd="0" destOrd="0" presId="urn:microsoft.com/office/officeart/2017/3/layout/HorizontalPathTimeline"/>
    <dgm:cxn modelId="{80252481-D239-4669-AD65-FDE93360B1EE}" type="presParOf" srcId="{66582CEF-5E79-4405-9CAB-A1FC8223DAD8}" destId="{D1761532-76CC-47E7-90B6-533766176796}" srcOrd="1" destOrd="0" presId="urn:microsoft.com/office/officeart/2017/3/layout/HorizontalPathTimeline"/>
    <dgm:cxn modelId="{71779E6B-35E4-444E-BDED-6312FDE2D0BD}" type="presParOf" srcId="{D1761532-76CC-47E7-90B6-533766176796}" destId="{29BB9700-574C-4B8C-BCC1-84390A145CF6}" srcOrd="0" destOrd="0" presId="urn:microsoft.com/office/officeart/2017/3/layout/HorizontalPathTimeline"/>
    <dgm:cxn modelId="{89A8F933-4CB9-4C21-8C41-683988A95009}" type="presParOf" srcId="{D1761532-76CC-47E7-90B6-533766176796}" destId="{9353EBD9-6B31-4EC1-8566-04575E836DC4}" srcOrd="1" destOrd="0" presId="urn:microsoft.com/office/officeart/2017/3/layout/HorizontalPathTimeline"/>
    <dgm:cxn modelId="{E0BA7EAA-7656-4343-B41A-7E11C026D92E}" type="presParOf" srcId="{66582CEF-5E79-4405-9CAB-A1FC8223DAD8}" destId="{B38B1F98-279B-473A-8831-5EDB69D29E7B}" srcOrd="2" destOrd="0" presId="urn:microsoft.com/office/officeart/2017/3/layout/HorizontalPathTimeline"/>
    <dgm:cxn modelId="{8FFBC7D6-1712-4FB0-9EAA-B68328625103}" type="presParOf" srcId="{66582CEF-5E79-4405-9CAB-A1FC8223DAD8}" destId="{777E6921-FFC3-4C12-A8AC-9D5C30384203}" srcOrd="3" destOrd="0" presId="urn:microsoft.com/office/officeart/2017/3/layout/HorizontalPathTimeline"/>
    <dgm:cxn modelId="{EFA72A2B-3917-4150-9863-8BCE3E0F3EFD}" type="presParOf" srcId="{66582CEF-5E79-4405-9CAB-A1FC8223DAD8}" destId="{4F8C3926-FCFA-49DF-BFA6-0CF8765B039D}" srcOrd="4" destOrd="0" presId="urn:microsoft.com/office/officeart/2017/3/layout/HorizontalPathTimeline"/>
    <dgm:cxn modelId="{410E305F-9C30-457F-AA5C-7EA5B4166065}" type="presParOf" srcId="{A5ACCA33-5193-43BA-ABB5-DC32A0ECD2A3}" destId="{790905DD-BF57-4CFD-85D3-43BAD71001D9}" srcOrd="11" destOrd="0" presId="urn:microsoft.com/office/officeart/2017/3/layout/HorizontalPathTimeline"/>
    <dgm:cxn modelId="{64FF99CD-ECC0-48D9-BFE6-371DB8B4166C}" type="presParOf" srcId="{A5ACCA33-5193-43BA-ABB5-DC32A0ECD2A3}" destId="{97B5D371-8047-43C9-96F7-DA5F26767CCE}" srcOrd="12" destOrd="0" presId="urn:microsoft.com/office/officeart/2017/3/layout/HorizontalPathTimeline"/>
    <dgm:cxn modelId="{69D60EFF-D657-4C9C-8E24-2202B667D3F3}" type="presParOf" srcId="{97B5D371-8047-43C9-96F7-DA5F26767CCE}" destId="{A42D23EF-A6A8-4D32-A84A-2E858B2329FA}" srcOrd="0" destOrd="0" presId="urn:microsoft.com/office/officeart/2017/3/layout/HorizontalPathTimeline"/>
    <dgm:cxn modelId="{334CCFEF-ECD4-44C1-87CD-8A545707DF98}" type="presParOf" srcId="{97B5D371-8047-43C9-96F7-DA5F26767CCE}" destId="{B5EDB608-3ADD-417B-A1A3-ABCC890B1637}" srcOrd="1" destOrd="0" presId="urn:microsoft.com/office/officeart/2017/3/layout/HorizontalPathTimeline"/>
    <dgm:cxn modelId="{79EC1A70-54BF-4732-B55D-FD4F6E3878B0}" type="presParOf" srcId="{B5EDB608-3ADD-417B-A1A3-ABCC890B1637}" destId="{E8C5A134-CF4C-4175-8918-EE85A9104D96}" srcOrd="0" destOrd="0" presId="urn:microsoft.com/office/officeart/2017/3/layout/HorizontalPathTimeline"/>
    <dgm:cxn modelId="{CB7C09F8-8B82-484C-A806-3AEF4109A6A0}" type="presParOf" srcId="{B5EDB608-3ADD-417B-A1A3-ABCC890B1637}" destId="{C91C79C1-9398-4439-8AC9-5D5B3A0F27AF}" srcOrd="1" destOrd="0" presId="urn:microsoft.com/office/officeart/2017/3/layout/HorizontalPathTimeline"/>
    <dgm:cxn modelId="{84F05012-D52B-4AAB-B6E9-8A1E23F21931}" type="presParOf" srcId="{97B5D371-8047-43C9-96F7-DA5F26767CCE}" destId="{77C780CC-55BE-4B73-985C-20C166CC4B76}" srcOrd="2" destOrd="0" presId="urn:microsoft.com/office/officeart/2017/3/layout/HorizontalPathTimeline"/>
    <dgm:cxn modelId="{80E41489-852C-449F-9DB6-FE1318945906}" type="presParOf" srcId="{97B5D371-8047-43C9-96F7-DA5F26767CCE}" destId="{10ECBC46-74E7-47C1-A2A2-F783AE4ED33F}" srcOrd="3" destOrd="0" presId="urn:microsoft.com/office/officeart/2017/3/layout/HorizontalPathTimeline"/>
    <dgm:cxn modelId="{66A94D17-67A1-4DB3-BC8F-9099E13EF8D8}" type="presParOf" srcId="{97B5D371-8047-43C9-96F7-DA5F26767CCE}" destId="{032EEC59-184C-4842-A4EC-AB5901EEA803}" srcOrd="4" destOrd="0" presId="urn:microsoft.com/office/officeart/2017/3/layout/HorizontalPath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7FAEC0-58A8-485F-A17F-E517654EB549}">
      <dsp:nvSpPr>
        <dsp:cNvPr id="0" name=""/>
        <dsp:cNvSpPr/>
      </dsp:nvSpPr>
      <dsp:spPr>
        <a:xfrm>
          <a:off x="170829" y="2999116"/>
          <a:ext cx="1366635" cy="631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66750">
            <a:lnSpc>
              <a:spcPct val="90000"/>
            </a:lnSpc>
            <a:spcBef>
              <a:spcPct val="0"/>
            </a:spcBef>
            <a:spcAft>
              <a:spcPct val="35000"/>
            </a:spcAft>
            <a:buNone/>
            <a:defRPr b="1"/>
          </a:pPr>
          <a:r>
            <a:rPr lang="en-US" sz="1500" kern="1200" dirty="0">
              <a:solidFill>
                <a:schemeClr val="bg1"/>
              </a:solidFill>
            </a:rPr>
            <a:t>7 Mar. 2017</a:t>
          </a:r>
        </a:p>
      </dsp:txBody>
      <dsp:txXfrm>
        <a:off x="170829" y="2999116"/>
        <a:ext cx="1366635" cy="631098"/>
      </dsp:txXfrm>
    </dsp:sp>
    <dsp:sp modelId="{C630DFA8-4F5D-450A-AA2E-AE59AD77E763}">
      <dsp:nvSpPr>
        <dsp:cNvPr id="0" name=""/>
        <dsp:cNvSpPr/>
      </dsp:nvSpPr>
      <dsp:spPr>
        <a:xfrm>
          <a:off x="0" y="2680774"/>
          <a:ext cx="6833175" cy="22339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2C60B7-BE01-46E2-8D99-D7E17DD9773A}">
      <dsp:nvSpPr>
        <dsp:cNvPr id="0" name=""/>
        <dsp:cNvSpPr/>
      </dsp:nvSpPr>
      <dsp:spPr>
        <a:xfrm>
          <a:off x="102497" y="392255"/>
          <a:ext cx="1503298" cy="1339078"/>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rtl="0">
            <a:lnSpc>
              <a:spcPct val="90000"/>
            </a:lnSpc>
            <a:spcBef>
              <a:spcPct val="0"/>
            </a:spcBef>
            <a:spcAft>
              <a:spcPct val="35000"/>
            </a:spcAft>
            <a:buNone/>
          </a:pPr>
          <a:r>
            <a:rPr lang="en-US" sz="1100" kern="1200" dirty="0"/>
            <a:t>A </a:t>
          </a:r>
          <a:r>
            <a:rPr lang="en-US" sz="1100" kern="1200" dirty="0">
              <a:latin typeface="Seaford"/>
            </a:rPr>
            <a:t>serious </a:t>
          </a:r>
          <a:r>
            <a:rPr lang="en-US" sz="1100" kern="1200" dirty="0"/>
            <a:t>Apache Struts </a:t>
          </a:r>
          <a:r>
            <a:rPr lang="en-US" sz="1100" kern="1200" dirty="0">
              <a:latin typeface="Seaford"/>
            </a:rPr>
            <a:t>vulnerability </a:t>
          </a:r>
          <a:r>
            <a:rPr lang="en-US" sz="1100" kern="1200" dirty="0"/>
            <a:t>(CVE-2017-5638) </a:t>
          </a:r>
          <a:r>
            <a:rPr lang="en-US" sz="1100" kern="1200" dirty="0">
              <a:latin typeface="Seaford"/>
            </a:rPr>
            <a:t>is </a:t>
          </a:r>
          <a:r>
            <a:rPr lang="en-US" sz="1100" kern="1200" dirty="0"/>
            <a:t>publicly</a:t>
          </a:r>
          <a:r>
            <a:rPr lang="en-US" sz="1100" kern="1200" dirty="0">
              <a:latin typeface="Seaford"/>
            </a:rPr>
            <a:t> disclosed by the U.S Computer Emergency Readiness Team.</a:t>
          </a:r>
          <a:endParaRPr lang="en-US" sz="1100" kern="1200" dirty="0"/>
        </a:p>
      </dsp:txBody>
      <dsp:txXfrm>
        <a:off x="102497" y="392255"/>
        <a:ext cx="1503298" cy="1339078"/>
      </dsp:txXfrm>
    </dsp:sp>
    <dsp:sp modelId="{568011C2-F332-46D3-A140-80A872B39CF2}">
      <dsp:nvSpPr>
        <dsp:cNvPr id="0" name=""/>
        <dsp:cNvSpPr/>
      </dsp:nvSpPr>
      <dsp:spPr>
        <a:xfrm>
          <a:off x="854146" y="1731333"/>
          <a:ext cx="0" cy="949440"/>
        </a:xfrm>
        <a:prstGeom prst="line">
          <a:avLst/>
        </a:prstGeom>
        <a:solidFill>
          <a:schemeClr val="accent2">
            <a:hueOff val="0"/>
            <a:satOff val="0"/>
            <a:lumOff val="0"/>
            <a:alphaOff val="0"/>
          </a:schemeClr>
        </a:solidFill>
        <a:ln w="6350" cap="flat" cmpd="sng" algn="ctr">
          <a:solidFill>
            <a:schemeClr val="accent2">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7C449223-D715-4D6E-84DF-B3B23EAE2430}">
      <dsp:nvSpPr>
        <dsp:cNvPr id="0" name=""/>
        <dsp:cNvSpPr/>
      </dsp:nvSpPr>
      <dsp:spPr>
        <a:xfrm>
          <a:off x="1024976" y="1954731"/>
          <a:ext cx="1366635" cy="631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66750">
            <a:lnSpc>
              <a:spcPct val="90000"/>
            </a:lnSpc>
            <a:spcBef>
              <a:spcPct val="0"/>
            </a:spcBef>
            <a:spcAft>
              <a:spcPct val="35000"/>
            </a:spcAft>
            <a:buNone/>
            <a:defRPr b="1"/>
          </a:pPr>
          <a:r>
            <a:rPr lang="en-US" sz="1500" kern="1200" dirty="0">
              <a:solidFill>
                <a:schemeClr val="bg1"/>
              </a:solidFill>
            </a:rPr>
            <a:t>Mar.–Apr. 2017</a:t>
          </a:r>
        </a:p>
      </dsp:txBody>
      <dsp:txXfrm>
        <a:off x="1024976" y="1954731"/>
        <a:ext cx="1366635" cy="631098"/>
      </dsp:txXfrm>
    </dsp:sp>
    <dsp:sp modelId="{FD86CD50-B503-416D-86E1-03BC5121BFA2}">
      <dsp:nvSpPr>
        <dsp:cNvPr id="0" name=""/>
        <dsp:cNvSpPr/>
      </dsp:nvSpPr>
      <dsp:spPr>
        <a:xfrm>
          <a:off x="956644" y="3853612"/>
          <a:ext cx="1503298" cy="1022568"/>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dirty="0"/>
            <a:t>Equifax does not properly patch the vulnerable system, even though a fix exists.</a:t>
          </a:r>
        </a:p>
      </dsp:txBody>
      <dsp:txXfrm>
        <a:off x="956644" y="3853612"/>
        <a:ext cx="1503298" cy="1022568"/>
      </dsp:txXfrm>
    </dsp:sp>
    <dsp:sp modelId="{41918699-BEB8-46F8-B7FE-A88E8AE8D154}">
      <dsp:nvSpPr>
        <dsp:cNvPr id="0" name=""/>
        <dsp:cNvSpPr/>
      </dsp:nvSpPr>
      <dsp:spPr>
        <a:xfrm>
          <a:off x="1708293" y="2904171"/>
          <a:ext cx="0" cy="949440"/>
        </a:xfrm>
        <a:prstGeom prst="lin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4FBE0E31-CB58-4A9D-81F0-0F0B6EF8B800}">
      <dsp:nvSpPr>
        <dsp:cNvPr id="0" name=""/>
        <dsp:cNvSpPr/>
      </dsp:nvSpPr>
      <dsp:spPr>
        <a:xfrm>
          <a:off x="784335" y="2722661"/>
          <a:ext cx="139623" cy="139623"/>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464CBBBA-8344-4A4D-9297-016D3CD7517B}">
      <dsp:nvSpPr>
        <dsp:cNvPr id="0" name=""/>
        <dsp:cNvSpPr/>
      </dsp:nvSpPr>
      <dsp:spPr>
        <a:xfrm>
          <a:off x="1638481" y="2722661"/>
          <a:ext cx="139623" cy="139623"/>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DF811BB7-1B4A-42B1-83FD-C94A66ABD05C}">
      <dsp:nvSpPr>
        <dsp:cNvPr id="0" name=""/>
        <dsp:cNvSpPr/>
      </dsp:nvSpPr>
      <dsp:spPr>
        <a:xfrm>
          <a:off x="1879123" y="2999116"/>
          <a:ext cx="1366635" cy="631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66750">
            <a:lnSpc>
              <a:spcPct val="90000"/>
            </a:lnSpc>
            <a:spcBef>
              <a:spcPct val="0"/>
            </a:spcBef>
            <a:spcAft>
              <a:spcPct val="35000"/>
            </a:spcAft>
            <a:buNone/>
            <a:defRPr b="1"/>
          </a:pPr>
          <a:r>
            <a:rPr lang="en-US" sz="1500" kern="1200" dirty="0">
              <a:solidFill>
                <a:schemeClr val="bg1"/>
              </a:solidFill>
            </a:rPr>
            <a:t>12 May 2017</a:t>
          </a:r>
        </a:p>
      </dsp:txBody>
      <dsp:txXfrm>
        <a:off x="1879123" y="2999116"/>
        <a:ext cx="1366635" cy="631098"/>
      </dsp:txXfrm>
    </dsp:sp>
    <dsp:sp modelId="{E9E541A9-54A5-492D-9449-06F752AA7049}">
      <dsp:nvSpPr>
        <dsp:cNvPr id="0" name=""/>
        <dsp:cNvSpPr/>
      </dsp:nvSpPr>
      <dsp:spPr>
        <a:xfrm>
          <a:off x="1810791" y="392255"/>
          <a:ext cx="1503298" cy="1339078"/>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dirty="0"/>
            <a:t>Attackers exploit the unpatched Apache Struts vulnerability on an Equifax web application and gain access to the network.</a:t>
          </a:r>
        </a:p>
      </dsp:txBody>
      <dsp:txXfrm>
        <a:off x="1810791" y="392255"/>
        <a:ext cx="1503298" cy="1339078"/>
      </dsp:txXfrm>
    </dsp:sp>
    <dsp:sp modelId="{F1D25CF1-A03C-4C7B-A19E-23BC82A662F6}">
      <dsp:nvSpPr>
        <dsp:cNvPr id="0" name=""/>
        <dsp:cNvSpPr/>
      </dsp:nvSpPr>
      <dsp:spPr>
        <a:xfrm>
          <a:off x="2562440" y="1731333"/>
          <a:ext cx="0" cy="949440"/>
        </a:xfrm>
        <a:prstGeom prst="line">
          <a:avLst/>
        </a:prstGeom>
        <a:solidFill>
          <a:schemeClr val="accent4">
            <a:hueOff val="0"/>
            <a:satOff val="0"/>
            <a:lumOff val="0"/>
            <a:alphaOff val="0"/>
          </a:schemeClr>
        </a:solidFill>
        <a:ln w="6350" cap="flat" cmpd="sng" algn="ctr">
          <a:solidFill>
            <a:schemeClr val="accent4">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0AF2DA39-30D6-4305-ACBC-4458CD07CC38}">
      <dsp:nvSpPr>
        <dsp:cNvPr id="0" name=""/>
        <dsp:cNvSpPr/>
      </dsp:nvSpPr>
      <dsp:spPr>
        <a:xfrm>
          <a:off x="2733269" y="1954731"/>
          <a:ext cx="1366635" cy="631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66750">
            <a:lnSpc>
              <a:spcPct val="90000"/>
            </a:lnSpc>
            <a:spcBef>
              <a:spcPct val="0"/>
            </a:spcBef>
            <a:spcAft>
              <a:spcPct val="35000"/>
            </a:spcAft>
            <a:buNone/>
            <a:defRPr b="1"/>
          </a:pPr>
          <a:r>
            <a:rPr lang="en-US" sz="1500" kern="1200" dirty="0">
              <a:solidFill>
                <a:schemeClr val="bg1"/>
              </a:solidFill>
            </a:rPr>
            <a:t>May–July 2017</a:t>
          </a:r>
        </a:p>
      </dsp:txBody>
      <dsp:txXfrm>
        <a:off x="2733269" y="1954731"/>
        <a:ext cx="1366635" cy="631098"/>
      </dsp:txXfrm>
    </dsp:sp>
    <dsp:sp modelId="{1411FC11-5BEC-40F0-99DB-FE63065F5C20}">
      <dsp:nvSpPr>
        <dsp:cNvPr id="0" name=""/>
        <dsp:cNvSpPr/>
      </dsp:nvSpPr>
      <dsp:spPr>
        <a:xfrm>
          <a:off x="2664938" y="3853612"/>
          <a:ext cx="1503298" cy="1339078"/>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dirty="0"/>
            <a:t>Hackers stay inside Equifax’s systems undetected, moving through the network and stealing large amounts of sensitive personal data.</a:t>
          </a:r>
        </a:p>
      </dsp:txBody>
      <dsp:txXfrm>
        <a:off x="2664938" y="3853612"/>
        <a:ext cx="1503298" cy="1339078"/>
      </dsp:txXfrm>
    </dsp:sp>
    <dsp:sp modelId="{5B32099E-1697-47A5-850C-D73DC6BCB31B}">
      <dsp:nvSpPr>
        <dsp:cNvPr id="0" name=""/>
        <dsp:cNvSpPr/>
      </dsp:nvSpPr>
      <dsp:spPr>
        <a:xfrm>
          <a:off x="3416587" y="2904171"/>
          <a:ext cx="0" cy="949440"/>
        </a:xfrm>
        <a:prstGeom prst="line">
          <a:avLst/>
        </a:prstGeom>
        <a:solidFill>
          <a:schemeClr val="accent5">
            <a:hueOff val="0"/>
            <a:satOff val="0"/>
            <a:lumOff val="0"/>
            <a:alphaOff val="0"/>
          </a:schemeClr>
        </a:solidFill>
        <a:ln w="6350" cap="flat" cmpd="sng" algn="ctr">
          <a:solidFill>
            <a:schemeClr val="accent5">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6DAE742B-3B71-4712-A1BF-B09F5E23A77D}">
      <dsp:nvSpPr>
        <dsp:cNvPr id="0" name=""/>
        <dsp:cNvSpPr/>
      </dsp:nvSpPr>
      <dsp:spPr>
        <a:xfrm>
          <a:off x="2492628" y="2722661"/>
          <a:ext cx="139623" cy="139623"/>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E69FDC75-1C42-422D-814A-2582FA3BDFA5}">
      <dsp:nvSpPr>
        <dsp:cNvPr id="0" name=""/>
        <dsp:cNvSpPr/>
      </dsp:nvSpPr>
      <dsp:spPr>
        <a:xfrm>
          <a:off x="3346775" y="2722661"/>
          <a:ext cx="139623" cy="139623"/>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B48493FE-BF97-4B63-BB2D-89788D835E4F}">
      <dsp:nvSpPr>
        <dsp:cNvPr id="0" name=""/>
        <dsp:cNvSpPr/>
      </dsp:nvSpPr>
      <dsp:spPr>
        <a:xfrm>
          <a:off x="3587416" y="2999116"/>
          <a:ext cx="1366635" cy="631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66750">
            <a:lnSpc>
              <a:spcPct val="90000"/>
            </a:lnSpc>
            <a:spcBef>
              <a:spcPct val="0"/>
            </a:spcBef>
            <a:spcAft>
              <a:spcPct val="35000"/>
            </a:spcAft>
            <a:buNone/>
            <a:defRPr b="1"/>
          </a:pPr>
          <a:r>
            <a:rPr lang="en-US" sz="1500" kern="1200" dirty="0">
              <a:solidFill>
                <a:schemeClr val="bg1"/>
              </a:solidFill>
            </a:rPr>
            <a:t>29 July 2017</a:t>
          </a:r>
        </a:p>
      </dsp:txBody>
      <dsp:txXfrm>
        <a:off x="3587416" y="2999116"/>
        <a:ext cx="1366635" cy="631098"/>
      </dsp:txXfrm>
    </dsp:sp>
    <dsp:sp modelId="{0AAC8714-C165-4C2D-BB7C-70FCA0CB3E5B}">
      <dsp:nvSpPr>
        <dsp:cNvPr id="0" name=""/>
        <dsp:cNvSpPr/>
      </dsp:nvSpPr>
      <dsp:spPr>
        <a:xfrm>
          <a:off x="3519085" y="708764"/>
          <a:ext cx="1503298" cy="1022568"/>
        </a:xfrm>
        <a:prstGeom prst="rect">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dirty="0"/>
            <a:t>Equifax’s security team notices suspicious network traffic and blocks the attackers’ access.</a:t>
          </a:r>
        </a:p>
      </dsp:txBody>
      <dsp:txXfrm>
        <a:off x="3519085" y="708764"/>
        <a:ext cx="1503298" cy="1022568"/>
      </dsp:txXfrm>
    </dsp:sp>
    <dsp:sp modelId="{EDE6C0D7-72FA-4D4D-89F3-3BEF42725A8E}">
      <dsp:nvSpPr>
        <dsp:cNvPr id="0" name=""/>
        <dsp:cNvSpPr/>
      </dsp:nvSpPr>
      <dsp:spPr>
        <a:xfrm>
          <a:off x="4270734" y="1731333"/>
          <a:ext cx="0" cy="949440"/>
        </a:xfrm>
        <a:prstGeom prst="line">
          <a:avLst/>
        </a:prstGeom>
        <a:solidFill>
          <a:schemeClr val="accent6">
            <a:hueOff val="0"/>
            <a:satOff val="0"/>
            <a:lumOff val="0"/>
            <a:alphaOff val="0"/>
          </a:schemeClr>
        </a:solidFill>
        <a:ln w="6350" cap="flat" cmpd="sng" algn="ctr">
          <a:solidFill>
            <a:schemeClr val="accent6">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0DE76C55-818C-497E-BC0A-A214104EB000}">
      <dsp:nvSpPr>
        <dsp:cNvPr id="0" name=""/>
        <dsp:cNvSpPr/>
      </dsp:nvSpPr>
      <dsp:spPr>
        <a:xfrm>
          <a:off x="4441563" y="1954731"/>
          <a:ext cx="1366635" cy="631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66750">
            <a:lnSpc>
              <a:spcPct val="90000"/>
            </a:lnSpc>
            <a:spcBef>
              <a:spcPct val="0"/>
            </a:spcBef>
            <a:spcAft>
              <a:spcPct val="35000"/>
            </a:spcAft>
            <a:buNone/>
            <a:defRPr b="1"/>
          </a:pPr>
          <a:r>
            <a:rPr lang="en-US" sz="1500" kern="1200" dirty="0">
              <a:solidFill>
                <a:schemeClr val="bg1"/>
              </a:solidFill>
            </a:rPr>
            <a:t>2 Aug. 2017</a:t>
          </a:r>
        </a:p>
      </dsp:txBody>
      <dsp:txXfrm>
        <a:off x="4441563" y="1954731"/>
        <a:ext cx="1366635" cy="631098"/>
      </dsp:txXfrm>
    </dsp:sp>
    <dsp:sp modelId="{29BB9700-574C-4B8C-BCC1-84390A145CF6}">
      <dsp:nvSpPr>
        <dsp:cNvPr id="0" name=""/>
        <dsp:cNvSpPr/>
      </dsp:nvSpPr>
      <dsp:spPr>
        <a:xfrm>
          <a:off x="4373231" y="3853612"/>
          <a:ext cx="1503298" cy="85214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dirty="0"/>
            <a:t>An internal investigation and incident response officially begin.</a:t>
          </a:r>
        </a:p>
      </dsp:txBody>
      <dsp:txXfrm>
        <a:off x="4373231" y="3853612"/>
        <a:ext cx="1503298" cy="852140"/>
      </dsp:txXfrm>
    </dsp:sp>
    <dsp:sp modelId="{B38B1F98-279B-473A-8831-5EDB69D29E7B}">
      <dsp:nvSpPr>
        <dsp:cNvPr id="0" name=""/>
        <dsp:cNvSpPr/>
      </dsp:nvSpPr>
      <dsp:spPr>
        <a:xfrm>
          <a:off x="5124881" y="2904171"/>
          <a:ext cx="0" cy="949440"/>
        </a:xfrm>
        <a:prstGeom prst="line">
          <a:avLst/>
        </a:prstGeom>
        <a:solidFill>
          <a:schemeClr val="accent2">
            <a:hueOff val="0"/>
            <a:satOff val="0"/>
            <a:lumOff val="0"/>
            <a:alphaOff val="0"/>
          </a:schemeClr>
        </a:solidFill>
        <a:ln w="6350" cap="flat" cmpd="sng" algn="ctr">
          <a:solidFill>
            <a:schemeClr val="accent2">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48B65513-3C05-4C9A-8A78-7088EB040298}">
      <dsp:nvSpPr>
        <dsp:cNvPr id="0" name=""/>
        <dsp:cNvSpPr/>
      </dsp:nvSpPr>
      <dsp:spPr>
        <a:xfrm>
          <a:off x="4200922" y="2722661"/>
          <a:ext cx="139623" cy="139623"/>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777E6921-FFC3-4C12-A8AC-9D5C30384203}">
      <dsp:nvSpPr>
        <dsp:cNvPr id="0" name=""/>
        <dsp:cNvSpPr/>
      </dsp:nvSpPr>
      <dsp:spPr>
        <a:xfrm>
          <a:off x="5055069" y="2722661"/>
          <a:ext cx="139623" cy="139623"/>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A42D23EF-A6A8-4D32-A84A-2E858B2329FA}">
      <dsp:nvSpPr>
        <dsp:cNvPr id="0" name=""/>
        <dsp:cNvSpPr/>
      </dsp:nvSpPr>
      <dsp:spPr>
        <a:xfrm>
          <a:off x="5295710" y="2999116"/>
          <a:ext cx="1366635" cy="631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66750">
            <a:lnSpc>
              <a:spcPct val="90000"/>
            </a:lnSpc>
            <a:spcBef>
              <a:spcPct val="0"/>
            </a:spcBef>
            <a:spcAft>
              <a:spcPct val="35000"/>
            </a:spcAft>
            <a:buNone/>
            <a:defRPr b="1"/>
          </a:pPr>
          <a:r>
            <a:rPr lang="en-US" sz="1500" kern="1200" dirty="0">
              <a:solidFill>
                <a:schemeClr val="bg1"/>
              </a:solidFill>
            </a:rPr>
            <a:t>7 Sep. 2017</a:t>
          </a:r>
        </a:p>
      </dsp:txBody>
      <dsp:txXfrm>
        <a:off x="5295710" y="2999116"/>
        <a:ext cx="1366635" cy="631098"/>
      </dsp:txXfrm>
    </dsp:sp>
    <dsp:sp modelId="{E8C5A134-CF4C-4175-8918-EE85A9104D96}">
      <dsp:nvSpPr>
        <dsp:cNvPr id="0" name=""/>
        <dsp:cNvSpPr/>
      </dsp:nvSpPr>
      <dsp:spPr>
        <a:xfrm>
          <a:off x="5227378" y="562683"/>
          <a:ext cx="1503298" cy="1168649"/>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dirty="0"/>
            <a:t>Equifax publicly announces the breach, revealing that about 147 million people were affected.</a:t>
          </a:r>
        </a:p>
      </dsp:txBody>
      <dsp:txXfrm>
        <a:off x="5227378" y="562683"/>
        <a:ext cx="1503298" cy="1168649"/>
      </dsp:txXfrm>
    </dsp:sp>
    <dsp:sp modelId="{77C780CC-55BE-4B73-985C-20C166CC4B76}">
      <dsp:nvSpPr>
        <dsp:cNvPr id="0" name=""/>
        <dsp:cNvSpPr/>
      </dsp:nvSpPr>
      <dsp:spPr>
        <a:xfrm>
          <a:off x="5979028" y="1731333"/>
          <a:ext cx="0" cy="949440"/>
        </a:xfrm>
        <a:prstGeom prst="lin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10ECBC46-74E7-47C1-A2A2-F783AE4ED33F}">
      <dsp:nvSpPr>
        <dsp:cNvPr id="0" name=""/>
        <dsp:cNvSpPr/>
      </dsp:nvSpPr>
      <dsp:spPr>
        <a:xfrm>
          <a:off x="5909216" y="2722661"/>
          <a:ext cx="139623" cy="139623"/>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42FE-E00B-4FAF-8F73-F722060EBA12}"/>
              </a:ext>
            </a:extLst>
          </p:cNvPr>
          <p:cNvSpPr>
            <a:spLocks noGrp="1"/>
          </p:cNvSpPr>
          <p:nvPr>
            <p:ph type="ctrTitle"/>
          </p:nvPr>
        </p:nvSpPr>
        <p:spPr>
          <a:xfrm>
            <a:off x="482600" y="978408"/>
            <a:ext cx="10506991" cy="2531555"/>
          </a:xfrm>
          <a:prstGeom prst="rect">
            <a:avLst/>
          </a:prstGeom>
        </p:spPr>
        <p:txBody>
          <a:bodyPr anchor="b"/>
          <a:lstStyle>
            <a:lvl1pPr algn="l">
              <a:defRPr sz="6600"/>
            </a:lvl1pPr>
          </a:lstStyle>
          <a:p>
            <a:r>
              <a:rPr lang="en-US"/>
              <a:t>Click to edit Master title style</a:t>
            </a:r>
          </a:p>
        </p:txBody>
      </p:sp>
      <p:sp>
        <p:nvSpPr>
          <p:cNvPr id="3" name="Subtitle 2">
            <a:extLst>
              <a:ext uri="{FF2B5EF4-FFF2-40B4-BE49-F238E27FC236}">
                <a16:creationId xmlns:a16="http://schemas.microsoft.com/office/drawing/2014/main" id="{37C1CCE2-4461-473E-B23C-34C8CCF04B3A}"/>
              </a:ext>
            </a:extLst>
          </p:cNvPr>
          <p:cNvSpPr>
            <a:spLocks noGrp="1"/>
          </p:cNvSpPr>
          <p:nvPr>
            <p:ph type="subTitle" idx="1"/>
          </p:nvPr>
        </p:nvSpPr>
        <p:spPr>
          <a:xfrm>
            <a:off x="482600" y="3602038"/>
            <a:ext cx="10506991" cy="227755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AA551A-CE2F-4E35-A714-B1F04D4B4E8E}"/>
              </a:ext>
            </a:extLst>
          </p:cNvPr>
          <p:cNvSpPr>
            <a:spLocks noGrp="1"/>
          </p:cNvSpPr>
          <p:nvPr>
            <p:ph type="dt" sz="half" idx="10"/>
          </p:nvPr>
        </p:nvSpPr>
        <p:spPr/>
        <p:txBody>
          <a:bodyPr/>
          <a:lstStyle/>
          <a:p>
            <a:fld id="{81B8F32D-D8B6-4B9E-9CBF-DCAC30B7B93D}" type="datetimeFigureOut">
              <a:rPr lang="en-US" smtClean="0"/>
              <a:t>11/21/2025</a:t>
            </a:fld>
            <a:endParaRPr lang="en-US"/>
          </a:p>
        </p:txBody>
      </p:sp>
      <p:sp>
        <p:nvSpPr>
          <p:cNvPr id="5" name="Footer Placeholder 4">
            <a:extLst>
              <a:ext uri="{FF2B5EF4-FFF2-40B4-BE49-F238E27FC236}">
                <a16:creationId xmlns:a16="http://schemas.microsoft.com/office/drawing/2014/main" id="{26B5C907-6594-4DFF-A32B-449C3BA968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376D75-E9DA-4660-AC52-51BA63FCB94D}"/>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10" name="Straight Connector 9">
            <a:extLst>
              <a:ext uri="{FF2B5EF4-FFF2-40B4-BE49-F238E27FC236}">
                <a16:creationId xmlns:a16="http://schemas.microsoft.com/office/drawing/2014/main" id="{A2EFA84C-D756-4DC7-AA46-68D776F37FA4}"/>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5174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43735-A77F-440D-9448-6AE7C204D377}"/>
              </a:ext>
            </a:extLst>
          </p:cNvPr>
          <p:cNvSpPr>
            <a:spLocks noGrp="1"/>
          </p:cNvSpPr>
          <p:nvPr>
            <p:ph type="title"/>
          </p:nvPr>
        </p:nvSpPr>
        <p:spPr>
          <a:xfrm>
            <a:off x="482600" y="978408"/>
            <a:ext cx="10634472" cy="2157984"/>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2276C6EE-D55E-454B-B28C-EC73D1DB4A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2A2905-6D2E-4319-9521-61452AB8F996}"/>
              </a:ext>
            </a:extLst>
          </p:cNvPr>
          <p:cNvSpPr>
            <a:spLocks noGrp="1"/>
          </p:cNvSpPr>
          <p:nvPr>
            <p:ph type="dt" sz="half" idx="10"/>
          </p:nvPr>
        </p:nvSpPr>
        <p:spPr/>
        <p:txBody>
          <a:bodyPr/>
          <a:lstStyle/>
          <a:p>
            <a:fld id="{81B8F32D-D8B6-4B9E-9CBF-DCAC30B7B93D}" type="datetimeFigureOut">
              <a:rPr lang="en-US" smtClean="0"/>
              <a:t>11/21/2025</a:t>
            </a:fld>
            <a:endParaRPr lang="en-US"/>
          </a:p>
        </p:txBody>
      </p:sp>
      <p:sp>
        <p:nvSpPr>
          <p:cNvPr id="5" name="Footer Placeholder 4">
            <a:extLst>
              <a:ext uri="{FF2B5EF4-FFF2-40B4-BE49-F238E27FC236}">
                <a16:creationId xmlns:a16="http://schemas.microsoft.com/office/drawing/2014/main" id="{6DAC7550-84E8-49D3-B419-6F5F327DAD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AD2C6B-EA5D-4D97-BC84-6C860D536360}"/>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2309566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1B299E6-11CC-4181-86C3-528A13F1F556}"/>
              </a:ext>
              <a:ext uri="{C183D7F6-B498-43B3-948B-1728B52AA6E4}">
                <adec:decorative xmlns:adec="http://schemas.microsoft.com/office/drawing/2017/decorative" val="1"/>
              </a:ext>
            </a:extLst>
          </p:cNvPr>
          <p:cNvSpPr/>
          <p:nvPr/>
        </p:nvSpPr>
        <p:spPr>
          <a:xfrm>
            <a:off x="481007" y="3922232"/>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803473-0A64-4F9F-833B-8D64E39019B1}"/>
              </a:ext>
            </a:extLst>
          </p:cNvPr>
          <p:cNvSpPr>
            <a:spLocks noGrp="1"/>
          </p:cNvSpPr>
          <p:nvPr>
            <p:ph type="title"/>
          </p:nvPr>
        </p:nvSpPr>
        <p:spPr>
          <a:xfrm>
            <a:off x="482600" y="978409"/>
            <a:ext cx="10515600" cy="2716769"/>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873736-B424-40F2-B562-6DC10E5EDE4F}"/>
              </a:ext>
            </a:extLst>
          </p:cNvPr>
          <p:cNvSpPr>
            <a:spLocks noGrp="1"/>
          </p:cNvSpPr>
          <p:nvPr>
            <p:ph type="body" idx="1"/>
          </p:nvPr>
        </p:nvSpPr>
        <p:spPr>
          <a:xfrm>
            <a:off x="482600" y="4171445"/>
            <a:ext cx="10515600" cy="1918205"/>
          </a:xfrm>
        </p:spPr>
        <p:txBody>
          <a:bodyPr>
            <a:normAutofit/>
          </a:bodyPr>
          <a:lstStyle>
            <a:lvl1pPr marL="0" indent="0">
              <a:buNone/>
              <a:defRPr lang="en-US" sz="2400" i="1" kern="1200" dirty="0" smtClean="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4" name="Date Placeholder 3">
            <a:extLst>
              <a:ext uri="{FF2B5EF4-FFF2-40B4-BE49-F238E27FC236}">
                <a16:creationId xmlns:a16="http://schemas.microsoft.com/office/drawing/2014/main" id="{74348851-37C0-478D-B722-D76C817DC49D}"/>
              </a:ext>
            </a:extLst>
          </p:cNvPr>
          <p:cNvSpPr>
            <a:spLocks noGrp="1"/>
          </p:cNvSpPr>
          <p:nvPr>
            <p:ph type="dt" sz="half" idx="10"/>
          </p:nvPr>
        </p:nvSpPr>
        <p:spPr/>
        <p:txBody>
          <a:bodyPr/>
          <a:lstStyle/>
          <a:p>
            <a:fld id="{81B8F32D-D8B6-4B9E-9CBF-DCAC30B7B93D}" type="datetimeFigureOut">
              <a:rPr lang="en-US" smtClean="0"/>
              <a:t>11/21/2025</a:t>
            </a:fld>
            <a:endParaRPr lang="en-US"/>
          </a:p>
        </p:txBody>
      </p:sp>
      <p:sp>
        <p:nvSpPr>
          <p:cNvPr id="5" name="Footer Placeholder 4">
            <a:extLst>
              <a:ext uri="{FF2B5EF4-FFF2-40B4-BE49-F238E27FC236}">
                <a16:creationId xmlns:a16="http://schemas.microsoft.com/office/drawing/2014/main" id="{263E063E-66CE-4C18-91FA-D14AE052D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66D3D-FD62-470C-BC3C-A03771A32F60}"/>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11" name="Straight Connector 10">
            <a:extLst>
              <a:ext uri="{FF2B5EF4-FFF2-40B4-BE49-F238E27FC236}">
                <a16:creationId xmlns:a16="http://schemas.microsoft.com/office/drawing/2014/main" id="{DDFF0049-0231-4557-A707-569556F0CA83}"/>
              </a:ext>
              <a:ext uri="{C183D7F6-B498-43B3-948B-1728B52AA6E4}">
                <adec:decorative xmlns:adec="http://schemas.microsoft.com/office/drawing/2017/decorative" val="1"/>
              </a:ext>
            </a:extLst>
          </p:cNvPr>
          <p:cNvCxnSpPr>
            <a:cxnSpLocks/>
          </p:cNvCxnSpPr>
          <p:nvPr/>
        </p:nvCxnSpPr>
        <p:spPr>
          <a:xfrm>
            <a:off x="481007" y="3922232"/>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457A0DB1-87C8-4BF4-B2A2-F9CA6ED05AC4}"/>
              </a:ext>
              <a:ext uri="{C183D7F6-B498-43B3-948B-1728B52AA6E4}">
                <adec:decorative xmlns:adec="http://schemas.microsoft.com/office/drawing/2017/decorative" val="1"/>
              </a:ext>
            </a:extLst>
          </p:cNvPr>
          <p:cNvCxnSpPr>
            <a:cxnSpLocks/>
          </p:cNvCxnSpPr>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6C29209-8A8F-48A7-8BA2-AFADA37CBD4F}"/>
              </a:ext>
              <a:ext uri="{C183D7F6-B498-43B3-948B-1728B52AA6E4}">
                <adec:decorative xmlns:adec="http://schemas.microsoft.com/office/drawing/2017/decorative" val="1"/>
              </a:ext>
            </a:extLst>
          </p:cNvPr>
          <p:cNvCxnSpPr>
            <a:cxnSpLocks/>
          </p:cNvCxnSpPr>
          <p:nvPr/>
        </p:nvCxnSpPr>
        <p:spPr>
          <a:xfrm>
            <a:off x="481007"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37523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166BE9C-AE7C-4C39-9694-C32D6939B965}"/>
              </a:ext>
              <a:ext uri="{C183D7F6-B498-43B3-948B-1728B52AA6E4}">
                <adec:decorative xmlns:adec="http://schemas.microsoft.com/office/drawing/2017/decorative" val="1"/>
              </a:ext>
            </a:extLst>
          </p:cNvPr>
          <p:cNvSpPr/>
          <p:nvPr/>
        </p:nvSpPr>
        <p:spPr>
          <a:xfrm>
            <a:off x="481007" y="483577"/>
            <a:ext cx="11147071" cy="2434824"/>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ACC42C-303A-4BDF-990A-2B07967BC9A9}"/>
              </a:ext>
            </a:extLst>
          </p:cNvPr>
          <p:cNvSpPr>
            <a:spLocks noGrp="1"/>
          </p:cNvSpPr>
          <p:nvPr>
            <p:ph type="title"/>
          </p:nvPr>
        </p:nvSpPr>
        <p:spPr>
          <a:xfrm>
            <a:off x="482599" y="978408"/>
            <a:ext cx="11147071" cy="17552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0C55CEF-353E-4E14-83AD-ACADDC08D943}"/>
              </a:ext>
            </a:extLst>
          </p:cNvPr>
          <p:cNvSpPr>
            <a:spLocks noGrp="1"/>
          </p:cNvSpPr>
          <p:nvPr>
            <p:ph sz="half" idx="1"/>
          </p:nvPr>
        </p:nvSpPr>
        <p:spPr>
          <a:xfrm>
            <a:off x="482600" y="3103131"/>
            <a:ext cx="5418551" cy="3073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55ECEF-9654-4AC1-BF77-7BC602BBD434}"/>
              </a:ext>
            </a:extLst>
          </p:cNvPr>
          <p:cNvSpPr>
            <a:spLocks noGrp="1"/>
          </p:cNvSpPr>
          <p:nvPr>
            <p:ph sz="half" idx="2"/>
          </p:nvPr>
        </p:nvSpPr>
        <p:spPr>
          <a:xfrm>
            <a:off x="6211120" y="3103131"/>
            <a:ext cx="5418551" cy="3073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922FC8-BC06-407B-A82B-DA62B33A1CD4}"/>
              </a:ext>
            </a:extLst>
          </p:cNvPr>
          <p:cNvSpPr>
            <a:spLocks noGrp="1"/>
          </p:cNvSpPr>
          <p:nvPr>
            <p:ph type="dt" sz="half" idx="10"/>
          </p:nvPr>
        </p:nvSpPr>
        <p:spPr/>
        <p:txBody>
          <a:bodyPr/>
          <a:lstStyle/>
          <a:p>
            <a:fld id="{81B8F32D-D8B6-4B9E-9CBF-DCAC30B7B93D}" type="datetimeFigureOut">
              <a:rPr lang="en-US" smtClean="0"/>
              <a:t>11/21/2025</a:t>
            </a:fld>
            <a:endParaRPr lang="en-US"/>
          </a:p>
        </p:txBody>
      </p:sp>
      <p:sp>
        <p:nvSpPr>
          <p:cNvPr id="6" name="Footer Placeholder 5">
            <a:extLst>
              <a:ext uri="{FF2B5EF4-FFF2-40B4-BE49-F238E27FC236}">
                <a16:creationId xmlns:a16="http://schemas.microsoft.com/office/drawing/2014/main" id="{7915B701-4E1F-48AA-8A3C-ED5DD9151E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6BCA31-8AC7-46F5-BCAB-41D54DF83D78}"/>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9" name="Straight Connector 8">
            <a:extLst>
              <a:ext uri="{FF2B5EF4-FFF2-40B4-BE49-F238E27FC236}">
                <a16:creationId xmlns:a16="http://schemas.microsoft.com/office/drawing/2014/main" id="{21BA86D8-2A29-4A0E-AEA0-39B41C4187DE}"/>
              </a:ext>
              <a:ext uri="{C183D7F6-B498-43B3-948B-1728B52AA6E4}">
                <adec:decorative xmlns:adec="http://schemas.microsoft.com/office/drawing/2017/decorative" val="1"/>
              </a:ext>
            </a:extLst>
          </p:cNvPr>
          <p:cNvCxnSpPr>
            <a:cxnSpLocks/>
          </p:cNvCxnSpPr>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085E13E-918A-4D04-9E84-94148D7C878E}"/>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35735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5E892-D975-4DD6-8583-A14DDBE85F0C}"/>
              </a:ext>
            </a:extLst>
          </p:cNvPr>
          <p:cNvSpPr>
            <a:spLocks noGrp="1"/>
          </p:cNvSpPr>
          <p:nvPr>
            <p:ph type="title"/>
          </p:nvPr>
        </p:nvSpPr>
        <p:spPr>
          <a:xfrm>
            <a:off x="484631" y="978407"/>
            <a:ext cx="11145039" cy="1339584"/>
          </a:xfrm>
          <a:prstGeom prst="rect">
            <a:avLst/>
          </a:prstGeo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7F1F7700-CECC-4881-BE5C-A13CD825B73B}"/>
              </a:ext>
            </a:extLst>
          </p:cNvPr>
          <p:cNvSpPr>
            <a:spLocks noGrp="1"/>
          </p:cNvSpPr>
          <p:nvPr>
            <p:ph type="body" idx="1"/>
          </p:nvPr>
        </p:nvSpPr>
        <p:spPr>
          <a:xfrm>
            <a:off x="484632" y="2500921"/>
            <a:ext cx="5346222" cy="823912"/>
          </a:xfrm>
        </p:spPr>
        <p:txBody>
          <a:bodyPr anchor="b">
            <a:normAutofit/>
          </a:bodyPr>
          <a:lstStyle>
            <a:lvl1pPr marL="0" indent="0">
              <a:buNone/>
              <a:defRPr lang="en-US" sz="2400" b="0" i="1" kern="1200" dirty="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4" name="Content Placeholder 3">
            <a:extLst>
              <a:ext uri="{FF2B5EF4-FFF2-40B4-BE49-F238E27FC236}">
                <a16:creationId xmlns:a16="http://schemas.microsoft.com/office/drawing/2014/main" id="{4CA50766-520A-44C5-943E-569222B74104}"/>
              </a:ext>
            </a:extLst>
          </p:cNvPr>
          <p:cNvSpPr>
            <a:spLocks noGrp="1"/>
          </p:cNvSpPr>
          <p:nvPr>
            <p:ph sz="half" idx="2"/>
          </p:nvPr>
        </p:nvSpPr>
        <p:spPr>
          <a:xfrm>
            <a:off x="484632" y="3428999"/>
            <a:ext cx="5346222" cy="2760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2F7E42-976A-4239-8006-D68538D4B71F}"/>
              </a:ext>
            </a:extLst>
          </p:cNvPr>
          <p:cNvSpPr>
            <a:spLocks noGrp="1"/>
          </p:cNvSpPr>
          <p:nvPr>
            <p:ph type="body" sz="quarter" idx="3"/>
          </p:nvPr>
        </p:nvSpPr>
        <p:spPr>
          <a:xfrm>
            <a:off x="6257120" y="2500921"/>
            <a:ext cx="5372551" cy="823912"/>
          </a:xfrm>
        </p:spPr>
        <p:txBody>
          <a:bodyPr anchor="b"/>
          <a:lstStyle>
            <a:lvl1pPr marL="0" indent="0">
              <a:buNone/>
              <a:defRPr lang="en-US" sz="2400" b="0" i="1" kern="120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CA329-951F-4391-ADC5-7EA320B7782F}"/>
              </a:ext>
            </a:extLst>
          </p:cNvPr>
          <p:cNvSpPr>
            <a:spLocks noGrp="1"/>
          </p:cNvSpPr>
          <p:nvPr>
            <p:ph sz="quarter" idx="4"/>
          </p:nvPr>
        </p:nvSpPr>
        <p:spPr>
          <a:xfrm>
            <a:off x="6257120" y="3428999"/>
            <a:ext cx="5372551" cy="2760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BEC22A-DA46-460C-B865-D928C20AE763}"/>
              </a:ext>
            </a:extLst>
          </p:cNvPr>
          <p:cNvSpPr>
            <a:spLocks noGrp="1"/>
          </p:cNvSpPr>
          <p:nvPr>
            <p:ph type="dt" sz="half" idx="10"/>
          </p:nvPr>
        </p:nvSpPr>
        <p:spPr/>
        <p:txBody>
          <a:bodyPr/>
          <a:lstStyle/>
          <a:p>
            <a:fld id="{81B8F32D-D8B6-4B9E-9CBF-DCAC30B7B93D}" type="datetimeFigureOut">
              <a:rPr lang="en-US" smtClean="0"/>
              <a:t>11/21/2025</a:t>
            </a:fld>
            <a:endParaRPr lang="en-US"/>
          </a:p>
        </p:txBody>
      </p:sp>
      <p:sp>
        <p:nvSpPr>
          <p:cNvPr id="8" name="Footer Placeholder 7">
            <a:extLst>
              <a:ext uri="{FF2B5EF4-FFF2-40B4-BE49-F238E27FC236}">
                <a16:creationId xmlns:a16="http://schemas.microsoft.com/office/drawing/2014/main" id="{4EB2D647-42C5-4AB7-BB71-3A44065716E7}"/>
              </a:ext>
            </a:extLst>
          </p:cNvPr>
          <p:cNvSpPr>
            <a:spLocks noGrp="1"/>
          </p:cNvSpPr>
          <p:nvPr>
            <p:ph type="ftr" sz="quarter" idx="11"/>
          </p:nvPr>
        </p:nvSpPr>
        <p:spPr>
          <a:xfrm>
            <a:off x="484632" y="6419088"/>
            <a:ext cx="4114800" cy="365125"/>
          </a:xfrm>
        </p:spPr>
        <p:txBody>
          <a:bodyPr/>
          <a:lstStyle/>
          <a:p>
            <a:endParaRPr lang="en-US"/>
          </a:p>
        </p:txBody>
      </p:sp>
      <p:sp>
        <p:nvSpPr>
          <p:cNvPr id="9" name="Slide Number Placeholder 8">
            <a:extLst>
              <a:ext uri="{FF2B5EF4-FFF2-40B4-BE49-F238E27FC236}">
                <a16:creationId xmlns:a16="http://schemas.microsoft.com/office/drawing/2014/main" id="{590B2B67-714C-46DA-85E5-598B4244D3B0}"/>
              </a:ext>
            </a:extLst>
          </p:cNvPr>
          <p:cNvSpPr>
            <a:spLocks noGrp="1"/>
          </p:cNvSpPr>
          <p:nvPr>
            <p:ph type="sldNum" sz="quarter" idx="12"/>
          </p:nvPr>
        </p:nvSpPr>
        <p:spPr>
          <a:xfrm>
            <a:off x="10989591" y="-7190"/>
            <a:ext cx="640080" cy="365125"/>
          </a:xfrm>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901145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D4B6724-AB30-4E7C-BE2B-ECD94FF1B463}"/>
              </a:ext>
              <a:ext uri="{C183D7F6-B498-43B3-948B-1728B52AA6E4}">
                <adec:decorative xmlns:adec="http://schemas.microsoft.com/office/drawing/2017/decorative" val="1"/>
              </a:ext>
            </a:extLst>
          </p:cNvPr>
          <p:cNvSpPr/>
          <p:nvPr/>
        </p:nvSpPr>
        <p:spPr>
          <a:xfrm>
            <a:off x="481007" y="3933311"/>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1D4BAB-2678-4A19-A575-C47CAF1446E5}"/>
              </a:ext>
            </a:extLst>
          </p:cNvPr>
          <p:cNvSpPr>
            <a:spLocks noGrp="1"/>
          </p:cNvSpPr>
          <p:nvPr>
            <p:ph type="title"/>
          </p:nvPr>
        </p:nvSpPr>
        <p:spPr>
          <a:xfrm>
            <a:off x="482600" y="978408"/>
            <a:ext cx="10634472" cy="2591509"/>
          </a:xfrm>
          <a:prstGeom prst="rect">
            <a:avLst/>
          </a:prstGeo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4047C89E-0ABD-4FD2-924C-894345ADFED8}"/>
              </a:ext>
            </a:extLst>
          </p:cNvPr>
          <p:cNvSpPr>
            <a:spLocks noGrp="1"/>
          </p:cNvSpPr>
          <p:nvPr>
            <p:ph type="dt" sz="half" idx="10"/>
          </p:nvPr>
        </p:nvSpPr>
        <p:spPr/>
        <p:txBody>
          <a:bodyPr/>
          <a:lstStyle/>
          <a:p>
            <a:fld id="{81B8F32D-D8B6-4B9E-9CBF-DCAC30B7B93D}" type="datetimeFigureOut">
              <a:rPr lang="en-US" smtClean="0"/>
              <a:t>11/21/2025</a:t>
            </a:fld>
            <a:endParaRPr lang="en-US"/>
          </a:p>
        </p:txBody>
      </p:sp>
      <p:sp>
        <p:nvSpPr>
          <p:cNvPr id="4" name="Footer Placeholder 3">
            <a:extLst>
              <a:ext uri="{FF2B5EF4-FFF2-40B4-BE49-F238E27FC236}">
                <a16:creationId xmlns:a16="http://schemas.microsoft.com/office/drawing/2014/main" id="{553026CE-9CC8-403B-88B1-184D16532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B3D616-3C18-401B-A792-E75149FDFC47}"/>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7" name="Straight Connector 6">
            <a:extLst>
              <a:ext uri="{FF2B5EF4-FFF2-40B4-BE49-F238E27FC236}">
                <a16:creationId xmlns:a16="http://schemas.microsoft.com/office/drawing/2014/main" id="{04EC6F70-D800-4067-A36A-5BBFC8018E2D}"/>
              </a:ext>
              <a:ext uri="{C183D7F6-B498-43B3-948B-1728B52AA6E4}">
                <adec:decorative xmlns:adec="http://schemas.microsoft.com/office/drawing/2017/decorative" val="1"/>
              </a:ext>
            </a:extLst>
          </p:cNvPr>
          <p:cNvCxnSpPr>
            <a:cxnSpLocks/>
          </p:cNvCxnSpPr>
          <p:nvPr/>
        </p:nvCxnSpPr>
        <p:spPr>
          <a:xfrm>
            <a:off x="482600" y="393331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2B66CB6-8988-4FBA-8524-726765A5F2AA}"/>
              </a:ext>
              <a:ext uri="{C183D7F6-B498-43B3-948B-1728B52AA6E4}">
                <adec:decorative xmlns:adec="http://schemas.microsoft.com/office/drawing/2017/decorative" val="1"/>
              </a:ext>
            </a:extLst>
          </p:cNvPr>
          <p:cNvCxnSpPr>
            <a:cxnSpLocks/>
          </p:cNvCxnSpPr>
          <p:nvPr/>
        </p:nvCxnSpPr>
        <p:spPr>
          <a:xfrm>
            <a:off x="481007"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06687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C73F84-0C6B-4EF4-9405-C389824999D4}"/>
              </a:ext>
            </a:extLst>
          </p:cNvPr>
          <p:cNvSpPr>
            <a:spLocks noGrp="1"/>
          </p:cNvSpPr>
          <p:nvPr>
            <p:ph type="dt" sz="half" idx="10"/>
          </p:nvPr>
        </p:nvSpPr>
        <p:spPr/>
        <p:txBody>
          <a:bodyPr/>
          <a:lstStyle/>
          <a:p>
            <a:fld id="{81B8F32D-D8B6-4B9E-9CBF-DCAC30B7B93D}" type="datetimeFigureOut">
              <a:rPr lang="en-US" smtClean="0"/>
              <a:t>11/21/2025</a:t>
            </a:fld>
            <a:endParaRPr lang="en-US"/>
          </a:p>
        </p:txBody>
      </p:sp>
      <p:sp>
        <p:nvSpPr>
          <p:cNvPr id="3" name="Footer Placeholder 2">
            <a:extLst>
              <a:ext uri="{FF2B5EF4-FFF2-40B4-BE49-F238E27FC236}">
                <a16:creationId xmlns:a16="http://schemas.microsoft.com/office/drawing/2014/main" id="{DCCEC807-744E-4C5C-8B15-09AED3E570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FBCB19-9F4B-474C-85C1-4A645A971827}"/>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948495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A88B0-DD6B-449B-AE32-D3192081E76F}"/>
              </a:ext>
            </a:extLst>
          </p:cNvPr>
          <p:cNvSpPr>
            <a:spLocks noGrp="1"/>
          </p:cNvSpPr>
          <p:nvPr>
            <p:ph type="title"/>
          </p:nvPr>
        </p:nvSpPr>
        <p:spPr>
          <a:xfrm>
            <a:off x="484632" y="978408"/>
            <a:ext cx="4287393" cy="2450592"/>
          </a:xfrm>
          <a:prstGeom prst="rect">
            <a:avLst/>
          </a:prstGeom>
        </p:spPr>
        <p:txBody>
          <a:bodyPr anchor="b"/>
          <a:lstStyle>
            <a:lvl1pPr>
              <a:defRPr lang="en-US" sz="5400" kern="1200" smtClean="0">
                <a:solidFill>
                  <a:schemeClr val="tx1"/>
                </a:solidFill>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id="{F4F22ED6-5B69-4B3B-BF96-3A75F2107FA6}"/>
              </a:ext>
            </a:extLst>
          </p:cNvPr>
          <p:cNvSpPr>
            <a:spLocks noGrp="1"/>
          </p:cNvSpPr>
          <p:nvPr>
            <p:ph idx="1"/>
          </p:nvPr>
        </p:nvSpPr>
        <p:spPr>
          <a:xfrm>
            <a:off x="5183187" y="987425"/>
            <a:ext cx="6446484"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7704043-D45F-440A-A15D-2718A913E05A}"/>
              </a:ext>
            </a:extLst>
          </p:cNvPr>
          <p:cNvSpPr>
            <a:spLocks noGrp="1"/>
          </p:cNvSpPr>
          <p:nvPr>
            <p:ph type="body" sz="half" idx="2"/>
          </p:nvPr>
        </p:nvSpPr>
        <p:spPr>
          <a:xfrm>
            <a:off x="484632" y="3645074"/>
            <a:ext cx="4287393" cy="2223914"/>
          </a:xfrm>
        </p:spPr>
        <p:txBody>
          <a:bodyPr/>
          <a:lstStyle>
            <a:lvl1pPr marL="0" indent="0">
              <a:buNone/>
              <a:defRPr lang="en-US" sz="2400" i="1" kern="1200" dirty="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0072DC-7326-43E7-806C-B690C439E8A8}"/>
              </a:ext>
            </a:extLst>
          </p:cNvPr>
          <p:cNvSpPr>
            <a:spLocks noGrp="1"/>
          </p:cNvSpPr>
          <p:nvPr>
            <p:ph type="dt" sz="half" idx="10"/>
          </p:nvPr>
        </p:nvSpPr>
        <p:spPr/>
        <p:txBody>
          <a:bodyPr/>
          <a:lstStyle/>
          <a:p>
            <a:fld id="{81B8F32D-D8B6-4B9E-9CBF-DCAC30B7B93D}" type="datetimeFigureOut">
              <a:rPr lang="en-US" smtClean="0"/>
              <a:t>11/21/2025</a:t>
            </a:fld>
            <a:endParaRPr lang="en-US"/>
          </a:p>
        </p:txBody>
      </p:sp>
      <p:sp>
        <p:nvSpPr>
          <p:cNvPr id="6" name="Footer Placeholder 5">
            <a:extLst>
              <a:ext uri="{FF2B5EF4-FFF2-40B4-BE49-F238E27FC236}">
                <a16:creationId xmlns:a16="http://schemas.microsoft.com/office/drawing/2014/main" id="{73F89A0F-B8C6-4AA6-A9C4-4A454F4224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57A616-A4F2-4FC5-88DE-B4E6BA542895}"/>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775204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B773D-D007-4687-BA9C-9F229829B5EF}"/>
              </a:ext>
            </a:extLst>
          </p:cNvPr>
          <p:cNvSpPr>
            <a:spLocks noGrp="1"/>
          </p:cNvSpPr>
          <p:nvPr>
            <p:ph type="title"/>
          </p:nvPr>
        </p:nvSpPr>
        <p:spPr>
          <a:xfrm>
            <a:off x="484632" y="978407"/>
            <a:ext cx="4287393" cy="2450593"/>
          </a:xfrm>
          <a:prstGeom prst="rect">
            <a:avLst/>
          </a:prstGeom>
        </p:spPr>
        <p:txBody>
          <a:bodyPr anchor="b"/>
          <a:lstStyle>
            <a:lvl1pPr>
              <a:defRPr lang="en-US" sz="5400" kern="1200" smtClean="0">
                <a:solidFill>
                  <a:schemeClr val="tx1"/>
                </a:solidFill>
                <a:latin typeface="+mj-lt"/>
                <a:ea typeface="+mj-ea"/>
                <a:cs typeface="+mj-cs"/>
              </a:defRPr>
            </a:lvl1pPr>
          </a:lstStyle>
          <a:p>
            <a:r>
              <a:rPr lang="en-US"/>
              <a:t>Click to edit Master title style</a:t>
            </a:r>
          </a:p>
        </p:txBody>
      </p:sp>
      <p:sp>
        <p:nvSpPr>
          <p:cNvPr id="3" name="Picture Placeholder 2">
            <a:extLst>
              <a:ext uri="{FF2B5EF4-FFF2-40B4-BE49-F238E27FC236}">
                <a16:creationId xmlns:a16="http://schemas.microsoft.com/office/drawing/2014/main" id="{3A3A75FC-78D2-4EF5-884F-11B7BACF799A}"/>
              </a:ext>
            </a:extLst>
          </p:cNvPr>
          <p:cNvSpPr>
            <a:spLocks noGrp="1"/>
          </p:cNvSpPr>
          <p:nvPr>
            <p:ph type="pic" idx="1"/>
          </p:nvPr>
        </p:nvSpPr>
        <p:spPr>
          <a:xfrm>
            <a:off x="5183187" y="987425"/>
            <a:ext cx="644648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D7CE0BB-D335-4391-A23F-194C575CAF8F}"/>
              </a:ext>
            </a:extLst>
          </p:cNvPr>
          <p:cNvSpPr>
            <a:spLocks noGrp="1"/>
          </p:cNvSpPr>
          <p:nvPr>
            <p:ph type="body" sz="half" idx="2"/>
          </p:nvPr>
        </p:nvSpPr>
        <p:spPr>
          <a:xfrm>
            <a:off x="484632" y="3645074"/>
            <a:ext cx="4287393" cy="2223914"/>
          </a:xfrm>
        </p:spPr>
        <p:txBody>
          <a:bodyPr/>
          <a:lstStyle>
            <a:lvl1pPr marL="0" indent="0">
              <a:buNone/>
              <a:defRPr lang="en-US" sz="240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7701E1-B97B-4DA5-B9AD-07B7C12476AE}"/>
              </a:ext>
            </a:extLst>
          </p:cNvPr>
          <p:cNvSpPr>
            <a:spLocks noGrp="1"/>
          </p:cNvSpPr>
          <p:nvPr>
            <p:ph type="dt" sz="half" idx="10"/>
          </p:nvPr>
        </p:nvSpPr>
        <p:spPr/>
        <p:txBody>
          <a:bodyPr/>
          <a:lstStyle/>
          <a:p>
            <a:fld id="{81B8F32D-D8B6-4B9E-9CBF-DCAC30B7B93D}" type="datetimeFigureOut">
              <a:rPr lang="en-US" smtClean="0"/>
              <a:t>11/21/2025</a:t>
            </a:fld>
            <a:endParaRPr lang="en-US"/>
          </a:p>
        </p:txBody>
      </p:sp>
      <p:sp>
        <p:nvSpPr>
          <p:cNvPr id="6" name="Footer Placeholder 5">
            <a:extLst>
              <a:ext uri="{FF2B5EF4-FFF2-40B4-BE49-F238E27FC236}">
                <a16:creationId xmlns:a16="http://schemas.microsoft.com/office/drawing/2014/main" id="{076D9CF8-F42F-4618-9F26-8BFE56487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CA2023-1ECA-4A96-BDC7-F7FA4368BE1B}"/>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180879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1999A10-4355-4A13-B008-196B21ABEEAF}"/>
              </a:ext>
              <a:ext uri="{C183D7F6-B498-43B3-948B-1728B52AA6E4}">
                <adec:decorative xmlns:adec="http://schemas.microsoft.com/office/drawing/2017/decorative" val="1"/>
              </a:ext>
            </a:extLst>
          </p:cNvPr>
          <p:cNvSpPr/>
          <p:nvPr/>
        </p:nvSpPr>
        <p:spPr>
          <a:xfrm>
            <a:off x="482600" y="483576"/>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36D448-AFEA-4483-B0E4-002840525CDD}"/>
              </a:ext>
            </a:extLst>
          </p:cNvPr>
          <p:cNvSpPr>
            <a:spLocks noGrp="1"/>
          </p:cNvSpPr>
          <p:nvPr>
            <p:ph type="title"/>
          </p:nvPr>
        </p:nvSpPr>
        <p:spPr>
          <a:xfrm>
            <a:off x="482600" y="978408"/>
            <a:ext cx="10506991" cy="17552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216234-4516-4303-8F60-A8127D89A5E5}"/>
              </a:ext>
            </a:extLst>
          </p:cNvPr>
          <p:cNvSpPr>
            <a:spLocks noGrp="1"/>
          </p:cNvSpPr>
          <p:nvPr>
            <p:ph type="body" orient="vert" idx="1"/>
          </p:nvPr>
        </p:nvSpPr>
        <p:spPr>
          <a:xfrm>
            <a:off x="484192" y="3103131"/>
            <a:ext cx="10506991" cy="30929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6B5D50-A474-462B-A807-DF186B1C2F48}"/>
              </a:ext>
            </a:extLst>
          </p:cNvPr>
          <p:cNvSpPr>
            <a:spLocks noGrp="1"/>
          </p:cNvSpPr>
          <p:nvPr>
            <p:ph type="dt" sz="half" idx="10"/>
          </p:nvPr>
        </p:nvSpPr>
        <p:spPr/>
        <p:txBody>
          <a:bodyPr/>
          <a:lstStyle/>
          <a:p>
            <a:fld id="{81B8F32D-D8B6-4B9E-9CBF-DCAC30B7B93D}" type="datetimeFigureOut">
              <a:rPr lang="en-US" smtClean="0"/>
              <a:t>11/21/2025</a:t>
            </a:fld>
            <a:endParaRPr lang="en-US"/>
          </a:p>
        </p:txBody>
      </p:sp>
      <p:sp>
        <p:nvSpPr>
          <p:cNvPr id="5" name="Footer Placeholder 4">
            <a:extLst>
              <a:ext uri="{FF2B5EF4-FFF2-40B4-BE49-F238E27FC236}">
                <a16:creationId xmlns:a16="http://schemas.microsoft.com/office/drawing/2014/main" id="{F8BF1DAF-2E2D-46ED-AA3E-3D2FE40399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2FC771-EB13-4EB5-A0A2-3968C6ABBD4E}"/>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8" name="Straight Connector 7">
            <a:extLst>
              <a:ext uri="{FF2B5EF4-FFF2-40B4-BE49-F238E27FC236}">
                <a16:creationId xmlns:a16="http://schemas.microsoft.com/office/drawing/2014/main" id="{B3B596B8-8230-4695-8D76-F06AFA8156C3}"/>
              </a:ext>
              <a:ext uri="{C183D7F6-B498-43B3-948B-1728B52AA6E4}">
                <adec:decorative xmlns:adec="http://schemas.microsoft.com/office/drawing/2017/decorative" val="1"/>
              </a:ext>
            </a:extLst>
          </p:cNvPr>
          <p:cNvCxnSpPr>
            <a:cxnSpLocks/>
          </p:cNvCxnSpPr>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53EBF93-5FD9-4F4E-8485-7B937145CD08}"/>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67645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6B4D06-C7C6-4949-8EB2-F03ED999A2BB}"/>
              </a:ext>
            </a:extLst>
          </p:cNvPr>
          <p:cNvSpPr>
            <a:spLocks noGrp="1"/>
          </p:cNvSpPr>
          <p:nvPr>
            <p:ph type="title" orient="vert"/>
          </p:nvPr>
        </p:nvSpPr>
        <p:spPr>
          <a:xfrm>
            <a:off x="8041710" y="978408"/>
            <a:ext cx="2947881" cy="5124777"/>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921B9D-8C11-4176-AF22-89F972E21284}"/>
              </a:ext>
            </a:extLst>
          </p:cNvPr>
          <p:cNvSpPr>
            <a:spLocks noGrp="1"/>
          </p:cNvSpPr>
          <p:nvPr>
            <p:ph type="body" orient="vert" idx="1"/>
          </p:nvPr>
        </p:nvSpPr>
        <p:spPr>
          <a:xfrm>
            <a:off x="484632" y="978408"/>
            <a:ext cx="7256453" cy="5124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FA9E1C-8E18-4A35-9BD8-427B1D14BB8E}"/>
              </a:ext>
            </a:extLst>
          </p:cNvPr>
          <p:cNvSpPr>
            <a:spLocks noGrp="1"/>
          </p:cNvSpPr>
          <p:nvPr>
            <p:ph type="dt" sz="half" idx="10"/>
          </p:nvPr>
        </p:nvSpPr>
        <p:spPr/>
        <p:txBody>
          <a:bodyPr/>
          <a:lstStyle/>
          <a:p>
            <a:fld id="{81B8F32D-D8B6-4B9E-9CBF-DCAC30B7B93D}" type="datetimeFigureOut">
              <a:rPr lang="en-US" smtClean="0"/>
              <a:t>11/21/2025</a:t>
            </a:fld>
            <a:endParaRPr lang="en-US"/>
          </a:p>
        </p:txBody>
      </p:sp>
      <p:sp>
        <p:nvSpPr>
          <p:cNvPr id="5" name="Footer Placeholder 4">
            <a:extLst>
              <a:ext uri="{FF2B5EF4-FFF2-40B4-BE49-F238E27FC236}">
                <a16:creationId xmlns:a16="http://schemas.microsoft.com/office/drawing/2014/main" id="{2E116CDB-7BB6-4DD2-A626-6DA8E569F2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D0403B-439E-449F-83B1-799EEC239A20}"/>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150041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87A535-3CAC-46BC-B2B2-3AE83EC3A561}"/>
              </a:ext>
            </a:extLst>
          </p:cNvPr>
          <p:cNvSpPr>
            <a:spLocks noGrp="1"/>
          </p:cNvSpPr>
          <p:nvPr>
            <p:ph type="title"/>
          </p:nvPr>
        </p:nvSpPr>
        <p:spPr>
          <a:xfrm>
            <a:off x="482600" y="978408"/>
            <a:ext cx="10506991" cy="2153099"/>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1D8EBDBD-59EC-46ED-BE79-6D37B531D692}"/>
              </a:ext>
            </a:extLst>
          </p:cNvPr>
          <p:cNvSpPr>
            <a:spLocks noGrp="1"/>
          </p:cNvSpPr>
          <p:nvPr>
            <p:ph type="body" idx="1"/>
          </p:nvPr>
        </p:nvSpPr>
        <p:spPr>
          <a:xfrm>
            <a:off x="482600" y="3306870"/>
            <a:ext cx="10506991" cy="257272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921F5C-FD3D-42C7-90F4-5ECE6FFCFE7F}"/>
              </a:ext>
            </a:extLst>
          </p:cNvPr>
          <p:cNvSpPr>
            <a:spLocks noGrp="1"/>
          </p:cNvSpPr>
          <p:nvPr>
            <p:ph type="dt" sz="half" idx="2"/>
          </p:nvPr>
        </p:nvSpPr>
        <p:spPr>
          <a:xfrm>
            <a:off x="484632" y="100584"/>
            <a:ext cx="2743200" cy="365125"/>
          </a:xfrm>
          <a:prstGeom prst="rect">
            <a:avLst/>
          </a:prstGeom>
        </p:spPr>
        <p:txBody>
          <a:bodyPr vert="horz" lIns="91440" tIns="45720" rIns="91440" bIns="45720" rtlCol="0" anchor="ctr"/>
          <a:lstStyle>
            <a:lvl1pPr algn="l">
              <a:defRPr sz="900">
                <a:solidFill>
                  <a:schemeClr val="tx1"/>
                </a:solidFill>
              </a:defRPr>
            </a:lvl1pPr>
          </a:lstStyle>
          <a:p>
            <a:fld id="{81B8F32D-D8B6-4B9E-9CBF-DCAC30B7B93D}" type="datetimeFigureOut">
              <a:rPr lang="en-US" smtClean="0"/>
              <a:pPr/>
              <a:t>11/21/2025</a:t>
            </a:fld>
            <a:endParaRPr lang="en-US"/>
          </a:p>
        </p:txBody>
      </p:sp>
      <p:sp>
        <p:nvSpPr>
          <p:cNvPr id="5" name="Footer Placeholder 4">
            <a:extLst>
              <a:ext uri="{FF2B5EF4-FFF2-40B4-BE49-F238E27FC236}">
                <a16:creationId xmlns:a16="http://schemas.microsoft.com/office/drawing/2014/main" id="{0FE63D50-6D0B-4963-97B9-A32AE63235B8}"/>
              </a:ext>
            </a:extLst>
          </p:cNvPr>
          <p:cNvSpPr>
            <a:spLocks noGrp="1"/>
          </p:cNvSpPr>
          <p:nvPr>
            <p:ph type="ftr" sz="quarter" idx="3"/>
          </p:nvPr>
        </p:nvSpPr>
        <p:spPr>
          <a:xfrm>
            <a:off x="484632" y="6419088"/>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826B5E08-CAC3-4C87-B143-5F8956AE905D}"/>
              </a:ext>
            </a:extLst>
          </p:cNvPr>
          <p:cNvSpPr>
            <a:spLocks noGrp="1"/>
          </p:cNvSpPr>
          <p:nvPr>
            <p:ph type="sldNum" sz="quarter" idx="4"/>
          </p:nvPr>
        </p:nvSpPr>
        <p:spPr>
          <a:xfrm>
            <a:off x="10989591" y="100584"/>
            <a:ext cx="640080" cy="365125"/>
          </a:xfrm>
          <a:prstGeom prst="rect">
            <a:avLst/>
          </a:prstGeom>
        </p:spPr>
        <p:txBody>
          <a:bodyPr vert="horz" lIns="91440" tIns="45720" rIns="91440" bIns="45720" rtlCol="0" anchor="ctr"/>
          <a:lstStyle>
            <a:lvl1pPr algn="r">
              <a:defRPr sz="900">
                <a:solidFill>
                  <a:schemeClr val="tx1"/>
                </a:solidFill>
              </a:defRPr>
            </a:lvl1pPr>
          </a:lstStyle>
          <a:p>
            <a:fld id="{60553ECD-7F6D-420D-93CA-D8D15EB427AC}" type="slidenum">
              <a:rPr lang="en-US" smtClean="0"/>
              <a:pPr/>
              <a:t>‹#›</a:t>
            </a:fld>
            <a:endParaRPr lang="en-US"/>
          </a:p>
        </p:txBody>
      </p:sp>
      <p:cxnSp>
        <p:nvCxnSpPr>
          <p:cNvPr id="8" name="Straight Connector 7">
            <a:extLst>
              <a:ext uri="{FF2B5EF4-FFF2-40B4-BE49-F238E27FC236}">
                <a16:creationId xmlns:a16="http://schemas.microsoft.com/office/drawing/2014/main" id="{108D74AC-B125-4E11-BA53-E9E383966DF8}"/>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9DC76EBE-FB9D-4054-B5D8-19E3EAFE40B2}"/>
              </a:ext>
              <a:ext uri="{C183D7F6-B498-43B3-948B-1728B52AA6E4}">
                <adec:decorative xmlns:adec="http://schemas.microsoft.com/office/drawing/2017/decorative" val="1"/>
              </a:ext>
            </a:extLst>
          </p:cNvPr>
          <p:cNvCxnSpPr>
            <a:cxnSpLocks/>
          </p:cNvCxnSpPr>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8497677"/>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l" defTabSz="914400" rtl="0" eaLnBrk="1" latinLnBrk="0" hangingPunct="1">
        <a:lnSpc>
          <a:spcPct val="100000"/>
        </a:lnSpc>
        <a:spcBef>
          <a:spcPct val="0"/>
        </a:spcBef>
        <a:buNone/>
        <a:defRPr sz="66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flickr.com/photos/143601516@N03/29723649810" TargetMode="External"/><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67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40FA88D0-E295-4CF3-934C-6423EACEB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736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Hacking Cybercrime Cybersecurity · Free image on Pixabay">
            <a:extLst>
              <a:ext uri="{FF2B5EF4-FFF2-40B4-BE49-F238E27FC236}">
                <a16:creationId xmlns:a16="http://schemas.microsoft.com/office/drawing/2014/main" id="{2D44A1A3-22D3-06E7-D7A0-75E8F1ED2B9A}"/>
              </a:ext>
            </a:extLst>
          </p:cNvPr>
          <p:cNvPicPr>
            <a:picLocks noChangeAspect="1"/>
          </p:cNvPicPr>
          <p:nvPr/>
        </p:nvPicPr>
        <p:blipFill>
          <a:blip r:embed="rId2">
            <a:alphaModFix amt="40000"/>
          </a:blip>
          <a:srcRect l="26958" r="23043"/>
          <a:stretch>
            <a:fillRect/>
          </a:stretch>
        </p:blipFill>
        <p:spPr>
          <a:xfrm>
            <a:off x="20" y="10"/>
            <a:ext cx="6095979" cy="6857990"/>
          </a:xfrm>
          <a:prstGeom prst="rect">
            <a:avLst/>
          </a:prstGeom>
        </p:spPr>
      </p:pic>
      <p:pic>
        <p:nvPicPr>
          <p:cNvPr id="4" name="Picture 3" descr="Colorful patterns on the sky">
            <a:extLst>
              <a:ext uri="{FF2B5EF4-FFF2-40B4-BE49-F238E27FC236}">
                <a16:creationId xmlns:a16="http://schemas.microsoft.com/office/drawing/2014/main" id="{DD92C841-9217-6A6B-81D3-32A979081636}"/>
              </a:ext>
            </a:extLst>
          </p:cNvPr>
          <p:cNvPicPr>
            <a:picLocks noChangeAspect="1"/>
          </p:cNvPicPr>
          <p:nvPr/>
        </p:nvPicPr>
        <p:blipFill>
          <a:blip r:embed="rId3">
            <a:alphaModFix amt="40000"/>
          </a:blip>
          <a:srcRect l="13627" r="27039" b="-1"/>
          <a:stretch>
            <a:fillRect/>
          </a:stretch>
        </p:blipFill>
        <p:spPr>
          <a:xfrm>
            <a:off x="6095999" y="10"/>
            <a:ext cx="6096001" cy="6857990"/>
          </a:xfrm>
          <a:prstGeom prst="rect">
            <a:avLst/>
          </a:prstGeom>
        </p:spPr>
      </p:pic>
      <p:sp>
        <p:nvSpPr>
          <p:cNvPr id="2" name="Title 1"/>
          <p:cNvSpPr>
            <a:spLocks noGrp="1"/>
          </p:cNvSpPr>
          <p:nvPr>
            <p:ph type="ctrTitle"/>
          </p:nvPr>
        </p:nvSpPr>
        <p:spPr>
          <a:xfrm>
            <a:off x="6126566" y="887015"/>
            <a:ext cx="5613399" cy="2736390"/>
          </a:xfrm>
        </p:spPr>
        <p:txBody>
          <a:bodyPr anchor="t">
            <a:normAutofit/>
          </a:bodyPr>
          <a:lstStyle/>
          <a:p>
            <a:pPr>
              <a:lnSpc>
                <a:spcPct val="90000"/>
              </a:lnSpc>
            </a:pPr>
            <a:r>
              <a:rPr lang="en-US" sz="4400" b="1">
                <a:solidFill>
                  <a:srgbClr val="FFFFFF"/>
                </a:solidFill>
              </a:rPr>
              <a:t>Case Studies of Major Cybersecurity Breaches and Lessons Learned</a:t>
            </a:r>
          </a:p>
        </p:txBody>
      </p:sp>
      <p:sp>
        <p:nvSpPr>
          <p:cNvPr id="3" name="Subtitle 2"/>
          <p:cNvSpPr>
            <a:spLocks noGrp="1"/>
          </p:cNvSpPr>
          <p:nvPr>
            <p:ph type="subTitle" idx="1"/>
          </p:nvPr>
        </p:nvSpPr>
        <p:spPr>
          <a:xfrm>
            <a:off x="6289288" y="4201721"/>
            <a:ext cx="5293361" cy="1949813"/>
          </a:xfrm>
        </p:spPr>
        <p:txBody>
          <a:bodyPr anchor="b">
            <a:normAutofit/>
          </a:bodyPr>
          <a:lstStyle/>
          <a:p>
            <a:pPr algn="r"/>
            <a:r>
              <a:rPr lang="en-US" b="1">
                <a:solidFill>
                  <a:srgbClr val="FFFFFF"/>
                </a:solidFill>
              </a:rPr>
              <a:t>By Francisco Zecca &amp; Christopher Hernandez</a:t>
            </a:r>
          </a:p>
        </p:txBody>
      </p:sp>
      <p:cxnSp>
        <p:nvCxnSpPr>
          <p:cNvPr id="63" name="Straight Connector 62">
            <a:extLst>
              <a:ext uri="{FF2B5EF4-FFF2-40B4-BE49-F238E27FC236}">
                <a16:creationId xmlns:a16="http://schemas.microsoft.com/office/drawing/2014/main" id="{8F4E56A8-93D5-4BE3-AE61-84677331AD0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BD492A0C-1773-477B-83B5-C707CB0577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36283-7A89-3064-1C16-AF6939416F45}"/>
              </a:ext>
            </a:extLst>
          </p:cNvPr>
          <p:cNvSpPr>
            <a:spLocks noGrp="1"/>
          </p:cNvSpPr>
          <p:nvPr>
            <p:ph type="title"/>
          </p:nvPr>
        </p:nvSpPr>
        <p:spPr>
          <a:xfrm>
            <a:off x="330199" y="578358"/>
            <a:ext cx="11147071" cy="1755263"/>
          </a:xfrm>
        </p:spPr>
        <p:txBody>
          <a:bodyPr/>
          <a:lstStyle/>
          <a:p>
            <a:r>
              <a:rPr lang="en-US" sz="2800" b="1">
                <a:solidFill>
                  <a:schemeClr val="bg1"/>
                </a:solidFill>
                <a:latin typeface="Arial Nova"/>
              </a:rPr>
              <a:t>A breach is an incident where an unauthorized person, group, or system gains access to data, networks, devices, or digital services that they are not supposed to access.</a:t>
            </a:r>
          </a:p>
        </p:txBody>
      </p:sp>
      <p:sp>
        <p:nvSpPr>
          <p:cNvPr id="3" name="Content Placeholder 2">
            <a:extLst>
              <a:ext uri="{FF2B5EF4-FFF2-40B4-BE49-F238E27FC236}">
                <a16:creationId xmlns:a16="http://schemas.microsoft.com/office/drawing/2014/main" id="{0097E49A-3784-CB69-0C33-94C9AD227891}"/>
              </a:ext>
            </a:extLst>
          </p:cNvPr>
          <p:cNvSpPr>
            <a:spLocks noGrp="1"/>
          </p:cNvSpPr>
          <p:nvPr>
            <p:ph sz="half" idx="1"/>
          </p:nvPr>
        </p:nvSpPr>
        <p:spPr>
          <a:xfrm>
            <a:off x="482600" y="2560206"/>
            <a:ext cx="5418551" cy="3073831"/>
          </a:xfrm>
        </p:spPr>
        <p:txBody>
          <a:bodyPr vert="horz" lIns="91440" tIns="45720" rIns="91440" bIns="45720" rtlCol="0" anchor="t">
            <a:noAutofit/>
          </a:bodyPr>
          <a:lstStyle/>
          <a:p>
            <a:r>
              <a:rPr lang="en-US" sz="1800" b="1">
                <a:solidFill>
                  <a:schemeClr val="bg1"/>
                </a:solidFill>
                <a:latin typeface="Arial Nova"/>
                <a:ea typeface="+mn-lt"/>
                <a:cs typeface="+mn-lt"/>
              </a:rPr>
              <a:t>A breach can involve unauthorized access to:</a:t>
            </a:r>
          </a:p>
          <a:p>
            <a:pPr marL="285750" indent="-285750">
              <a:buFont typeface="Arial"/>
              <a:buChar char="•"/>
            </a:pPr>
            <a:r>
              <a:rPr lang="en-US" sz="1800" b="1">
                <a:solidFill>
                  <a:schemeClr val="bg1"/>
                </a:solidFill>
                <a:latin typeface="Arial Nova"/>
                <a:ea typeface="+mn-lt"/>
                <a:cs typeface="+mn-lt"/>
              </a:rPr>
              <a:t>Personal data (names, SSNs, addresses, medical info)</a:t>
            </a:r>
          </a:p>
          <a:p>
            <a:pPr marL="285750" indent="-285750">
              <a:buFont typeface="Arial"/>
              <a:buChar char="•"/>
            </a:pPr>
            <a:r>
              <a:rPr lang="en-US" sz="1800" b="1">
                <a:solidFill>
                  <a:schemeClr val="bg1"/>
                </a:solidFill>
                <a:latin typeface="Arial Nova"/>
                <a:ea typeface="+mn-lt"/>
                <a:cs typeface="+mn-lt"/>
              </a:rPr>
              <a:t>Financial data (credit card numbers, bank accounts)</a:t>
            </a:r>
          </a:p>
          <a:p>
            <a:pPr marL="285750" indent="-285750">
              <a:buFont typeface="Arial"/>
              <a:buChar char="•"/>
            </a:pPr>
            <a:r>
              <a:rPr lang="en-US" sz="1800" b="1">
                <a:solidFill>
                  <a:schemeClr val="bg1"/>
                </a:solidFill>
                <a:latin typeface="Arial Nova"/>
                <a:ea typeface="+mn-lt"/>
                <a:cs typeface="+mn-lt"/>
              </a:rPr>
              <a:t>Government or military systems</a:t>
            </a:r>
          </a:p>
          <a:p>
            <a:pPr marL="285750" indent="-285750">
              <a:buFont typeface="Arial"/>
              <a:buChar char="•"/>
            </a:pPr>
            <a:r>
              <a:rPr lang="en-US" sz="1800" b="1">
                <a:solidFill>
                  <a:schemeClr val="bg1"/>
                </a:solidFill>
                <a:latin typeface="Arial Nova"/>
                <a:ea typeface="+mn-lt"/>
                <a:cs typeface="+mn-lt"/>
              </a:rPr>
              <a:t>Corporate intellectual property</a:t>
            </a:r>
          </a:p>
          <a:p>
            <a:pPr marL="285750" indent="-285750">
              <a:buFont typeface="Arial"/>
              <a:buChar char="•"/>
            </a:pPr>
            <a:r>
              <a:rPr lang="en-US" sz="1800" b="1">
                <a:solidFill>
                  <a:schemeClr val="bg1"/>
                </a:solidFill>
                <a:latin typeface="Arial Nova"/>
                <a:ea typeface="+mn-lt"/>
                <a:cs typeface="+mn-lt"/>
              </a:rPr>
              <a:t>Email accounts or messaging platforms</a:t>
            </a:r>
          </a:p>
          <a:p>
            <a:pPr marL="285750" indent="-285750">
              <a:buFont typeface="Arial"/>
              <a:buChar char="•"/>
            </a:pPr>
            <a:r>
              <a:rPr lang="en-US" sz="1800" b="1">
                <a:solidFill>
                  <a:schemeClr val="bg1"/>
                </a:solidFill>
                <a:latin typeface="Arial Nova"/>
                <a:ea typeface="+mn-lt"/>
                <a:cs typeface="+mn-lt"/>
              </a:rPr>
              <a:t>Critical infrastructure (energy, water, healthcare)</a:t>
            </a:r>
          </a:p>
          <a:p>
            <a:pPr marL="285750" indent="-285750">
              <a:buFont typeface="Arial"/>
              <a:buChar char="•"/>
            </a:pPr>
            <a:r>
              <a:rPr lang="en-US" sz="1800" b="1">
                <a:solidFill>
                  <a:schemeClr val="bg1"/>
                </a:solidFill>
                <a:latin typeface="Arial Nova"/>
                <a:ea typeface="+mn-lt"/>
                <a:cs typeface="+mn-lt"/>
              </a:rPr>
              <a:t>Cloud storage or databases</a:t>
            </a:r>
          </a:p>
          <a:p>
            <a:endParaRPr lang="en-US"/>
          </a:p>
        </p:txBody>
      </p:sp>
      <p:pic>
        <p:nvPicPr>
          <p:cNvPr id="5" name="Content Placeholder 4" descr="A computer screen with a lock and numbers&#10;&#10;AI-generated content may be incorrect.">
            <a:extLst>
              <a:ext uri="{FF2B5EF4-FFF2-40B4-BE49-F238E27FC236}">
                <a16:creationId xmlns:a16="http://schemas.microsoft.com/office/drawing/2014/main" id="{2F5684AD-E016-3D4D-3A48-66E77494B5B7}"/>
              </a:ext>
            </a:extLst>
          </p:cNvPr>
          <p:cNvPicPr>
            <a:picLocks noGrp="1" noChangeAspect="1"/>
          </p:cNvPicPr>
          <p:nvPr>
            <p:ph sz="half" idx="2"/>
          </p:nvPr>
        </p:nvPicPr>
        <p:blipFill>
          <a:blip r:embed="rId2">
            <a:extLst>
              <a:ext uri="{837473B0-CC2E-450A-ABE3-18F120FF3D39}">
                <a1611:picAttrSrcUrl xmlns:a1611="http://schemas.microsoft.com/office/drawing/2016/11/main" r:id="rId3"/>
              </a:ext>
            </a:extLst>
          </a:blip>
          <a:stretch>
            <a:fillRect/>
          </a:stretch>
        </p:blipFill>
        <p:spPr>
          <a:xfrm>
            <a:off x="6872023" y="3103563"/>
            <a:ext cx="4097866" cy="3073400"/>
          </a:xfrm>
          <a:prstGeom prst="rect">
            <a:avLst/>
          </a:prstGeom>
        </p:spPr>
      </p:pic>
      <p:sp>
        <p:nvSpPr>
          <p:cNvPr id="6" name="TextBox 5">
            <a:extLst>
              <a:ext uri="{FF2B5EF4-FFF2-40B4-BE49-F238E27FC236}">
                <a16:creationId xmlns:a16="http://schemas.microsoft.com/office/drawing/2014/main" id="{33217371-8F03-A4D0-5154-A67E219CD81A}"/>
              </a:ext>
            </a:extLst>
          </p:cNvPr>
          <p:cNvSpPr txBox="1"/>
          <p:nvPr/>
        </p:nvSpPr>
        <p:spPr>
          <a:xfrm>
            <a:off x="6872288" y="6176963"/>
            <a:ext cx="4154487" cy="317500"/>
          </a:xfrm>
          <a:prstGeom prst="rect">
            <a:avLst/>
          </a:prstGeom>
        </p:spPr>
        <p:txBody>
          <a:bodyPr>
            <a:normAutofit fontScale="70000" lnSpcReduction="20000"/>
          </a:bodyPr>
          <a:lstStyle/>
          <a:p>
            <a:r>
              <a:rPr lang="en-US"/>
              <a:t>ThePhoto by PhotoAuthor is licensed under CCYYSA.</a:t>
            </a:r>
          </a:p>
        </p:txBody>
      </p:sp>
    </p:spTree>
    <p:extLst>
      <p:ext uri="{BB962C8B-B14F-4D97-AF65-F5344CB8AC3E}">
        <p14:creationId xmlns:p14="http://schemas.microsoft.com/office/powerpoint/2010/main" val="3490726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108D74AC-B125-4E11-BA53-E9E383966D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DC76EBE-FB9D-4054-B5D8-19E3EAFE40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48FA233-30DB-4D0A-BF51-78D03F79F2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userDrawn="1">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useBgFill="1">
        <p:nvSpPr>
          <p:cNvPr id="20" name="Rectangle 19">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12927E5-081D-440D-A775-C0AE9DA1E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07" y="489856"/>
            <a:ext cx="11147071" cy="1476642"/>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9D69E35-A2CD-C1D6-E49A-DE2E410F1632}"/>
              </a:ext>
            </a:extLst>
          </p:cNvPr>
          <p:cNvSpPr txBox="1"/>
          <p:nvPr/>
        </p:nvSpPr>
        <p:spPr>
          <a:xfrm>
            <a:off x="177801" y="588596"/>
            <a:ext cx="5736425" cy="841125"/>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fontScale="55000" lnSpcReduction="20000"/>
          </a:bodyPr>
          <a:lstStyle/>
          <a:p>
            <a:pPr>
              <a:lnSpc>
                <a:spcPct val="90000"/>
              </a:lnSpc>
              <a:spcBef>
                <a:spcPct val="0"/>
              </a:spcBef>
              <a:spcAft>
                <a:spcPts val="600"/>
              </a:spcAft>
            </a:pPr>
            <a:r>
              <a:rPr lang="en-US" sz="6600" b="1">
                <a:solidFill>
                  <a:schemeClr val="bg1"/>
                </a:solidFill>
                <a:latin typeface="+mj-lt"/>
                <a:ea typeface="+mj-ea"/>
                <a:cs typeface="+mj-cs"/>
              </a:rPr>
              <a:t>How do breaches happen?</a:t>
            </a:r>
            <a:r>
              <a:rPr lang="en-US" sz="6600">
                <a:solidFill>
                  <a:schemeClr val="bg1"/>
                </a:solidFill>
                <a:latin typeface="+mj-lt"/>
                <a:ea typeface="+mj-ea"/>
                <a:cs typeface="+mj-cs"/>
              </a:rPr>
              <a:t> </a:t>
            </a:r>
          </a:p>
        </p:txBody>
      </p:sp>
      <p:cxnSp>
        <p:nvCxnSpPr>
          <p:cNvPr id="24" name="Straight Connector 23">
            <a:extLst>
              <a:ext uri="{FF2B5EF4-FFF2-40B4-BE49-F238E27FC236}">
                <a16:creationId xmlns:a16="http://schemas.microsoft.com/office/drawing/2014/main" id="{22CDD0E7-BDD6-41F4-8AAB-088A2E8D03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C4558310-C928-4426-BFAC-68450D291D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1993515"/>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FA330123-6BF4-EC7C-944F-8F71F21CA1D3}"/>
              </a:ext>
            </a:extLst>
          </p:cNvPr>
          <p:cNvSpPr txBox="1"/>
          <p:nvPr/>
        </p:nvSpPr>
        <p:spPr>
          <a:xfrm>
            <a:off x="234471" y="1599797"/>
            <a:ext cx="5394141" cy="3888557"/>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Aft>
                <a:spcPts val="600"/>
              </a:spcAft>
              <a:buFont typeface="Arial" panose="020B0604020202020204" pitchFamily="34" charset="0"/>
            </a:pPr>
            <a:r>
              <a:rPr lang="en-US" sz="1900" b="1">
                <a:solidFill>
                  <a:schemeClr val="bg1"/>
                </a:solidFill>
              </a:rPr>
              <a:t>Breaches often occur due to a combination of:</a:t>
            </a:r>
          </a:p>
          <a:p>
            <a:pPr>
              <a:lnSpc>
                <a:spcPct val="90000"/>
              </a:lnSpc>
              <a:spcAft>
                <a:spcPts val="600"/>
              </a:spcAft>
              <a:buFont typeface="Arial" panose="020B0604020202020204" pitchFamily="34" charset="0"/>
            </a:pPr>
            <a:endParaRPr lang="en-US" sz="1900" b="1">
              <a:solidFill>
                <a:schemeClr val="bg1"/>
              </a:solidFill>
            </a:endParaRPr>
          </a:p>
          <a:p>
            <a:pPr marL="285750" indent="-285750">
              <a:lnSpc>
                <a:spcPct val="90000"/>
              </a:lnSpc>
              <a:spcAft>
                <a:spcPts val="600"/>
              </a:spcAft>
              <a:buFont typeface="Arial" panose="020B0604020202020204" pitchFamily="34" charset="0"/>
              <a:buChar char="•"/>
            </a:pPr>
            <a:r>
              <a:rPr lang="en-US" sz="1900" b="1">
                <a:solidFill>
                  <a:schemeClr val="bg1"/>
                </a:solidFill>
              </a:rPr>
              <a:t>Weak or stolen passwords</a:t>
            </a:r>
          </a:p>
          <a:p>
            <a:pPr marL="285750" indent="-285750">
              <a:lnSpc>
                <a:spcPct val="90000"/>
              </a:lnSpc>
              <a:spcAft>
                <a:spcPts val="600"/>
              </a:spcAft>
              <a:buFont typeface="Arial" panose="020B0604020202020204" pitchFamily="34" charset="0"/>
              <a:buChar char="•"/>
            </a:pPr>
            <a:r>
              <a:rPr lang="en-US" sz="1900" b="1">
                <a:solidFill>
                  <a:schemeClr val="bg1"/>
                </a:solidFill>
              </a:rPr>
              <a:t>Phishing emails</a:t>
            </a:r>
          </a:p>
          <a:p>
            <a:pPr marL="285750" indent="-285750">
              <a:lnSpc>
                <a:spcPct val="90000"/>
              </a:lnSpc>
              <a:spcAft>
                <a:spcPts val="600"/>
              </a:spcAft>
              <a:buFont typeface="Arial" panose="020B0604020202020204" pitchFamily="34" charset="0"/>
              <a:buChar char="•"/>
            </a:pPr>
            <a:r>
              <a:rPr lang="en-US" sz="1900" b="1">
                <a:solidFill>
                  <a:schemeClr val="bg1"/>
                </a:solidFill>
              </a:rPr>
              <a:t>Malware infections</a:t>
            </a:r>
          </a:p>
          <a:p>
            <a:pPr marL="285750" indent="-285750">
              <a:lnSpc>
                <a:spcPct val="90000"/>
              </a:lnSpc>
              <a:spcAft>
                <a:spcPts val="600"/>
              </a:spcAft>
              <a:buFont typeface="Arial" panose="020B0604020202020204" pitchFamily="34" charset="0"/>
              <a:buChar char="•"/>
            </a:pPr>
            <a:r>
              <a:rPr lang="en-US" sz="1900" b="1">
                <a:solidFill>
                  <a:schemeClr val="bg1"/>
                </a:solidFill>
              </a:rPr>
              <a:t>Software vulnerabilities</a:t>
            </a:r>
          </a:p>
          <a:p>
            <a:pPr marL="285750" indent="-285750">
              <a:lnSpc>
                <a:spcPct val="90000"/>
              </a:lnSpc>
              <a:spcAft>
                <a:spcPts val="600"/>
              </a:spcAft>
              <a:buFont typeface="Arial" panose="020B0604020202020204" pitchFamily="34" charset="0"/>
              <a:buChar char="•"/>
            </a:pPr>
            <a:r>
              <a:rPr lang="en-US" sz="1900" b="1">
                <a:solidFill>
                  <a:schemeClr val="bg1"/>
                </a:solidFill>
              </a:rPr>
              <a:t>Misconfigured cloud systems</a:t>
            </a:r>
          </a:p>
          <a:p>
            <a:pPr marL="285750" indent="-285750">
              <a:lnSpc>
                <a:spcPct val="90000"/>
              </a:lnSpc>
              <a:spcAft>
                <a:spcPts val="600"/>
              </a:spcAft>
              <a:buFont typeface="Arial" panose="020B0604020202020204" pitchFamily="34" charset="0"/>
              <a:buChar char="•"/>
            </a:pPr>
            <a:r>
              <a:rPr lang="en-US" sz="1900" b="1">
                <a:solidFill>
                  <a:schemeClr val="bg1"/>
                </a:solidFill>
              </a:rPr>
              <a:t>Insider threats (accidental or malicious)</a:t>
            </a:r>
          </a:p>
          <a:p>
            <a:pPr marL="285750" indent="-285750">
              <a:lnSpc>
                <a:spcPct val="90000"/>
              </a:lnSpc>
              <a:spcAft>
                <a:spcPts val="600"/>
              </a:spcAft>
              <a:buFont typeface="Arial" panose="020B0604020202020204" pitchFamily="34" charset="0"/>
              <a:buChar char="•"/>
            </a:pPr>
            <a:r>
              <a:rPr lang="en-US" sz="1900" b="1">
                <a:solidFill>
                  <a:schemeClr val="bg1"/>
                </a:solidFill>
              </a:rPr>
              <a:t>Unpatched systems</a:t>
            </a:r>
          </a:p>
          <a:p>
            <a:pPr marL="285750" indent="-285750">
              <a:lnSpc>
                <a:spcPct val="90000"/>
              </a:lnSpc>
              <a:spcAft>
                <a:spcPts val="600"/>
              </a:spcAft>
              <a:buFont typeface="Arial" panose="020B0604020202020204" pitchFamily="34" charset="0"/>
              <a:buChar char="•"/>
            </a:pPr>
            <a:r>
              <a:rPr lang="en-US" sz="1900" b="1">
                <a:solidFill>
                  <a:schemeClr val="bg1"/>
                </a:solidFill>
              </a:rPr>
              <a:t>Lack of encryption</a:t>
            </a:r>
          </a:p>
        </p:txBody>
      </p:sp>
      <p:cxnSp>
        <p:nvCxnSpPr>
          <p:cNvPr id="28" name="Straight Connector 27">
            <a:extLst>
              <a:ext uri="{FF2B5EF4-FFF2-40B4-BE49-F238E27FC236}">
                <a16:creationId xmlns:a16="http://schemas.microsoft.com/office/drawing/2014/main" id="{B58B45F5-E162-4AF7-9E46-A4290969B4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346155B0-799F-3D0D-47B0-2DE4CC4F10D6}"/>
              </a:ext>
            </a:extLst>
          </p:cNvPr>
          <p:cNvSpPr txBox="1"/>
          <p:nvPr/>
        </p:nvSpPr>
        <p:spPr>
          <a:xfrm>
            <a:off x="5328897" y="3542373"/>
            <a:ext cx="4208866" cy="32932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900" b="1">
                <a:solidFill>
                  <a:schemeClr val="bg1"/>
                </a:solidFill>
                <a:ea typeface="+mn-lt"/>
                <a:cs typeface="+mn-lt"/>
              </a:rPr>
              <a:t>A breach can lead to:</a:t>
            </a:r>
            <a:endParaRPr lang="en-US" sz="1900" b="1">
              <a:solidFill>
                <a:schemeClr val="bg1"/>
              </a:solidFill>
            </a:endParaRPr>
          </a:p>
          <a:p>
            <a:endParaRPr lang="en-US" sz="1900" b="1">
              <a:solidFill>
                <a:schemeClr val="bg1"/>
              </a:solidFill>
              <a:ea typeface="+mn-lt"/>
              <a:cs typeface="+mn-lt"/>
            </a:endParaRPr>
          </a:p>
          <a:p>
            <a:pPr marL="285750" indent="-285750">
              <a:buFont typeface="Arial"/>
              <a:buChar char="•"/>
            </a:pPr>
            <a:r>
              <a:rPr lang="en-US" sz="1900" b="1">
                <a:solidFill>
                  <a:schemeClr val="bg1"/>
                </a:solidFill>
                <a:ea typeface="+mn-lt"/>
                <a:cs typeface="+mn-lt"/>
              </a:rPr>
              <a:t>Identity theft</a:t>
            </a:r>
            <a:endParaRPr lang="en-US" sz="1900" b="1">
              <a:solidFill>
                <a:schemeClr val="bg1"/>
              </a:solidFill>
            </a:endParaRPr>
          </a:p>
          <a:p>
            <a:pPr marL="285750" indent="-285750">
              <a:buFont typeface="Arial"/>
              <a:buChar char="•"/>
            </a:pPr>
            <a:r>
              <a:rPr lang="en-US" sz="1900" b="1">
                <a:solidFill>
                  <a:schemeClr val="bg1"/>
                </a:solidFill>
                <a:ea typeface="+mn-lt"/>
                <a:cs typeface="+mn-lt"/>
              </a:rPr>
              <a:t>Financial loss</a:t>
            </a:r>
            <a:endParaRPr lang="en-US" sz="1900" b="1">
              <a:solidFill>
                <a:schemeClr val="bg1"/>
              </a:solidFill>
            </a:endParaRPr>
          </a:p>
          <a:p>
            <a:pPr marL="285750" indent="-285750">
              <a:buFont typeface="Arial"/>
              <a:buChar char="•"/>
            </a:pPr>
            <a:r>
              <a:rPr lang="en-US" sz="1900" b="1">
                <a:solidFill>
                  <a:schemeClr val="bg1"/>
                </a:solidFill>
                <a:ea typeface="+mn-lt"/>
                <a:cs typeface="+mn-lt"/>
              </a:rPr>
              <a:t>Operational downtime</a:t>
            </a:r>
            <a:endParaRPr lang="en-US" sz="1900" b="1">
              <a:solidFill>
                <a:schemeClr val="bg1"/>
              </a:solidFill>
            </a:endParaRPr>
          </a:p>
          <a:p>
            <a:pPr marL="285750" indent="-285750">
              <a:buFont typeface="Arial"/>
              <a:buChar char="•"/>
            </a:pPr>
            <a:r>
              <a:rPr lang="en-US" sz="1900" b="1">
                <a:solidFill>
                  <a:schemeClr val="bg1"/>
                </a:solidFill>
                <a:ea typeface="+mn-lt"/>
                <a:cs typeface="+mn-lt"/>
              </a:rPr>
              <a:t>Loss of national secrets</a:t>
            </a:r>
            <a:endParaRPr lang="en-US" sz="1900" b="1">
              <a:solidFill>
                <a:schemeClr val="bg1"/>
              </a:solidFill>
            </a:endParaRPr>
          </a:p>
          <a:p>
            <a:pPr marL="285750" indent="-285750">
              <a:buFont typeface="Arial"/>
              <a:buChar char="•"/>
            </a:pPr>
            <a:r>
              <a:rPr lang="en-US" sz="1900" b="1">
                <a:solidFill>
                  <a:schemeClr val="bg1"/>
                </a:solidFill>
                <a:ea typeface="+mn-lt"/>
                <a:cs typeface="+mn-lt"/>
              </a:rPr>
              <a:t>Damage to reputation</a:t>
            </a:r>
            <a:endParaRPr lang="en-US" sz="1900" b="1">
              <a:solidFill>
                <a:schemeClr val="bg1"/>
              </a:solidFill>
            </a:endParaRPr>
          </a:p>
          <a:p>
            <a:pPr marL="285750" indent="-285750">
              <a:buFont typeface="Arial"/>
              <a:buChar char="•"/>
            </a:pPr>
            <a:r>
              <a:rPr lang="en-US" sz="1900" b="1">
                <a:solidFill>
                  <a:schemeClr val="bg1"/>
                </a:solidFill>
                <a:ea typeface="+mn-lt"/>
                <a:cs typeface="+mn-lt"/>
              </a:rPr>
              <a:t>Legal penalties</a:t>
            </a:r>
            <a:endParaRPr lang="en-US" sz="1900" b="1">
              <a:solidFill>
                <a:schemeClr val="bg1"/>
              </a:solidFill>
            </a:endParaRPr>
          </a:p>
          <a:p>
            <a:pPr marL="285750" indent="-285750">
              <a:buFont typeface="Arial"/>
              <a:buChar char="•"/>
            </a:pPr>
            <a:r>
              <a:rPr lang="en-US" sz="1900" b="1">
                <a:solidFill>
                  <a:schemeClr val="bg1"/>
                </a:solidFill>
                <a:ea typeface="+mn-lt"/>
                <a:cs typeface="+mn-lt"/>
              </a:rPr>
              <a:t>Strategic disadvantage (in nation-state cases)</a:t>
            </a:r>
            <a:endParaRPr lang="en-US" sz="1900" b="1">
              <a:solidFill>
                <a:schemeClr val="bg1"/>
              </a:solidFill>
            </a:endParaRPr>
          </a:p>
          <a:p>
            <a:pPr algn="l"/>
            <a:endParaRPr lang="en-US"/>
          </a:p>
        </p:txBody>
      </p:sp>
      <p:pic>
        <p:nvPicPr>
          <p:cNvPr id="15" name="Picture 14" descr="Hire Hacker For Cheating Spouse - Werkstraat">
            <a:extLst>
              <a:ext uri="{FF2B5EF4-FFF2-40B4-BE49-F238E27FC236}">
                <a16:creationId xmlns:a16="http://schemas.microsoft.com/office/drawing/2014/main" id="{3425B024-DD8B-EEA7-34F2-DC1E408B1F32}"/>
              </a:ext>
            </a:extLst>
          </p:cNvPr>
          <p:cNvPicPr>
            <a:picLocks noChangeAspect="1"/>
          </p:cNvPicPr>
          <p:nvPr/>
        </p:nvPicPr>
        <p:blipFill>
          <a:blip r:embed="rId2"/>
          <a:stretch>
            <a:fillRect/>
          </a:stretch>
        </p:blipFill>
        <p:spPr>
          <a:xfrm>
            <a:off x="8086725" y="285750"/>
            <a:ext cx="3914775" cy="3914775"/>
          </a:xfrm>
          <a:prstGeom prst="rect">
            <a:avLst/>
          </a:prstGeom>
        </p:spPr>
      </p:pic>
    </p:spTree>
    <p:extLst>
      <p:ext uri="{BB962C8B-B14F-4D97-AF65-F5344CB8AC3E}">
        <p14:creationId xmlns:p14="http://schemas.microsoft.com/office/powerpoint/2010/main" val="315730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B7705-BFC6-5143-7063-69F6C3B98E10}"/>
              </a:ext>
            </a:extLst>
          </p:cNvPr>
          <p:cNvSpPr>
            <a:spLocks noGrp="1"/>
          </p:cNvSpPr>
          <p:nvPr>
            <p:ph type="title"/>
          </p:nvPr>
        </p:nvSpPr>
        <p:spPr>
          <a:xfrm>
            <a:off x="560831" y="1168907"/>
            <a:ext cx="11145039" cy="1339584"/>
          </a:xfrm>
        </p:spPr>
        <p:txBody>
          <a:bodyPr/>
          <a:lstStyle/>
          <a:p>
            <a:r>
              <a:rPr lang="en-US" b="1">
                <a:solidFill>
                  <a:schemeClr val="bg1"/>
                </a:solidFill>
                <a:latin typeface="Arial Nova"/>
              </a:rPr>
              <a:t>US</a:t>
            </a:r>
            <a:r>
              <a:rPr lang="en-US">
                <a:solidFill>
                  <a:schemeClr val="bg1"/>
                </a:solidFill>
                <a:latin typeface="Arial Nova"/>
              </a:rPr>
              <a:t> </a:t>
            </a:r>
            <a:r>
              <a:rPr lang="en-US" b="1">
                <a:solidFill>
                  <a:schemeClr val="bg1"/>
                </a:solidFill>
                <a:latin typeface="Arial Nova"/>
              </a:rPr>
              <a:t>OPM Breach (2015)</a:t>
            </a:r>
            <a:endParaRPr lang="en-US">
              <a:solidFill>
                <a:schemeClr val="bg1"/>
              </a:solidFill>
              <a:latin typeface="Arial Nova"/>
            </a:endParaRPr>
          </a:p>
          <a:p>
            <a:endParaRPr lang="en-US"/>
          </a:p>
        </p:txBody>
      </p:sp>
      <p:sp>
        <p:nvSpPr>
          <p:cNvPr id="3" name="Text Placeholder 2">
            <a:extLst>
              <a:ext uri="{FF2B5EF4-FFF2-40B4-BE49-F238E27FC236}">
                <a16:creationId xmlns:a16="http://schemas.microsoft.com/office/drawing/2014/main" id="{DCA197A0-CAD1-B842-D861-D7C1F9765A44}"/>
              </a:ext>
            </a:extLst>
          </p:cNvPr>
          <p:cNvSpPr>
            <a:spLocks noGrp="1"/>
          </p:cNvSpPr>
          <p:nvPr>
            <p:ph type="body" idx="1"/>
          </p:nvPr>
        </p:nvSpPr>
        <p:spPr>
          <a:xfrm>
            <a:off x="246507" y="2367571"/>
            <a:ext cx="5346222" cy="823912"/>
          </a:xfrm>
        </p:spPr>
        <p:txBody>
          <a:bodyPr>
            <a:noAutofit/>
          </a:bodyPr>
          <a:lstStyle/>
          <a:p>
            <a:r>
              <a:rPr lang="en-US" b="1" i="0">
                <a:solidFill>
                  <a:schemeClr val="bg1"/>
                </a:solidFill>
                <a:ea typeface="+mn-lt"/>
                <a:cs typeface="+mn-lt"/>
              </a:rPr>
              <a:t>The U.S. Office of Personnel Management (OPM) is the federal agency responsible for:</a:t>
            </a:r>
            <a:endParaRPr lang="en-US">
              <a:solidFill>
                <a:schemeClr val="bg1"/>
              </a:solidFill>
              <a:ea typeface="+mn-lt"/>
              <a:cs typeface="+mn-lt"/>
            </a:endParaRPr>
          </a:p>
        </p:txBody>
      </p:sp>
      <p:sp>
        <p:nvSpPr>
          <p:cNvPr id="4" name="Content Placeholder 3">
            <a:extLst>
              <a:ext uri="{FF2B5EF4-FFF2-40B4-BE49-F238E27FC236}">
                <a16:creationId xmlns:a16="http://schemas.microsoft.com/office/drawing/2014/main" id="{C16FC695-DED0-3496-DCD4-FD77803A08EB}"/>
              </a:ext>
            </a:extLst>
          </p:cNvPr>
          <p:cNvSpPr>
            <a:spLocks noGrp="1"/>
          </p:cNvSpPr>
          <p:nvPr>
            <p:ph sz="half" idx="2"/>
          </p:nvPr>
        </p:nvSpPr>
        <p:spPr>
          <a:xfrm>
            <a:off x="141732" y="3619499"/>
            <a:ext cx="5346222" cy="2760663"/>
          </a:xfrm>
        </p:spPr>
        <p:txBody>
          <a:bodyPr vert="horz" lIns="91440" tIns="45720" rIns="91440" bIns="45720" rtlCol="0" anchor="t">
            <a:normAutofit/>
          </a:bodyPr>
          <a:lstStyle/>
          <a:p>
            <a:pPr marL="285750" indent="-285750">
              <a:buFont typeface="Arial,Sans-Serif"/>
              <a:buChar char="•"/>
            </a:pPr>
            <a:r>
              <a:rPr lang="en-US" sz="2000" b="1">
                <a:solidFill>
                  <a:schemeClr val="bg1"/>
                </a:solidFill>
                <a:ea typeface="+mn-lt"/>
                <a:cs typeface="+mn-lt"/>
              </a:rPr>
              <a:t>Federal employee records</a:t>
            </a:r>
            <a:endParaRPr lang="en-US" sz="2000">
              <a:solidFill>
                <a:schemeClr val="bg1"/>
              </a:solidFill>
              <a:ea typeface="+mn-lt"/>
              <a:cs typeface="+mn-lt"/>
            </a:endParaRPr>
          </a:p>
          <a:p>
            <a:pPr marL="285750" indent="-285750">
              <a:buFont typeface="Arial,Sans-Serif"/>
              <a:buChar char="•"/>
            </a:pPr>
            <a:r>
              <a:rPr lang="en-US" sz="2000" b="1">
                <a:solidFill>
                  <a:schemeClr val="bg1"/>
                </a:solidFill>
                <a:ea typeface="+mn-lt"/>
                <a:cs typeface="+mn-lt"/>
              </a:rPr>
              <a:t>Security clearance investigations</a:t>
            </a:r>
            <a:endParaRPr lang="en-US" sz="2000">
              <a:solidFill>
                <a:schemeClr val="bg1"/>
              </a:solidFill>
              <a:ea typeface="+mn-lt"/>
              <a:cs typeface="+mn-lt"/>
            </a:endParaRPr>
          </a:p>
          <a:p>
            <a:pPr marL="285750" indent="-285750">
              <a:buFont typeface="Arial,Sans-Serif"/>
              <a:buChar char="•"/>
            </a:pPr>
            <a:r>
              <a:rPr lang="en-US" sz="2000" b="1">
                <a:solidFill>
                  <a:schemeClr val="bg1"/>
                </a:solidFill>
                <a:ea typeface="+mn-lt"/>
                <a:cs typeface="+mn-lt"/>
              </a:rPr>
              <a:t>Personnel background files (SF-86, SF-85, etc.)</a:t>
            </a:r>
            <a:endParaRPr lang="en-US" sz="2000">
              <a:solidFill>
                <a:schemeClr val="bg1"/>
              </a:solidFill>
            </a:endParaRPr>
          </a:p>
        </p:txBody>
      </p:sp>
      <p:sp>
        <p:nvSpPr>
          <p:cNvPr id="5" name="Text Placeholder 4">
            <a:extLst>
              <a:ext uri="{FF2B5EF4-FFF2-40B4-BE49-F238E27FC236}">
                <a16:creationId xmlns:a16="http://schemas.microsoft.com/office/drawing/2014/main" id="{0B77B659-4483-E37A-04F1-C99982370BB6}"/>
              </a:ext>
            </a:extLst>
          </p:cNvPr>
          <p:cNvSpPr>
            <a:spLocks noGrp="1"/>
          </p:cNvSpPr>
          <p:nvPr>
            <p:ph type="body" sz="quarter" idx="3"/>
          </p:nvPr>
        </p:nvSpPr>
        <p:spPr>
          <a:xfrm>
            <a:off x="7552520" y="1424596"/>
            <a:ext cx="5372551" cy="823912"/>
          </a:xfrm>
        </p:spPr>
        <p:txBody>
          <a:bodyPr/>
          <a:lstStyle/>
          <a:p>
            <a:r>
              <a:rPr lang="en-US" b="1">
                <a:solidFill>
                  <a:schemeClr val="bg1"/>
                </a:solidFill>
                <a:latin typeface="Arial Nova"/>
              </a:rPr>
              <a:t>What was stolen? </a:t>
            </a:r>
          </a:p>
        </p:txBody>
      </p:sp>
      <p:sp>
        <p:nvSpPr>
          <p:cNvPr id="6" name="Content Placeholder 5">
            <a:extLst>
              <a:ext uri="{FF2B5EF4-FFF2-40B4-BE49-F238E27FC236}">
                <a16:creationId xmlns:a16="http://schemas.microsoft.com/office/drawing/2014/main" id="{16DD7C0F-2B4D-7B9C-58E4-6E219F09DABC}"/>
              </a:ext>
            </a:extLst>
          </p:cNvPr>
          <p:cNvSpPr>
            <a:spLocks noGrp="1"/>
          </p:cNvSpPr>
          <p:nvPr>
            <p:ph sz="quarter" idx="4"/>
          </p:nvPr>
        </p:nvSpPr>
        <p:spPr>
          <a:xfrm>
            <a:off x="5590370" y="2247899"/>
            <a:ext cx="5686876" cy="2751138"/>
          </a:xfrm>
        </p:spPr>
        <p:txBody>
          <a:bodyPr vert="horz" lIns="91440" tIns="45720" rIns="91440" bIns="45720" rtlCol="0" anchor="t">
            <a:noAutofit/>
          </a:bodyPr>
          <a:lstStyle/>
          <a:p>
            <a:pPr marL="285750" indent="-285750">
              <a:buFont typeface="Arial,Sans-Serif"/>
              <a:buChar char="•"/>
            </a:pPr>
            <a:r>
              <a:rPr lang="en-US" sz="2000" b="1">
                <a:solidFill>
                  <a:schemeClr val="bg1"/>
                </a:solidFill>
                <a:ea typeface="+mn-lt"/>
                <a:cs typeface="+mn-lt"/>
              </a:rPr>
              <a:t>Full names</a:t>
            </a:r>
            <a:endParaRPr lang="en-US" sz="2000">
              <a:solidFill>
                <a:schemeClr val="bg1"/>
              </a:solidFill>
              <a:ea typeface="+mn-lt"/>
              <a:cs typeface="+mn-lt"/>
            </a:endParaRPr>
          </a:p>
          <a:p>
            <a:pPr marL="285750" indent="-285750">
              <a:buFont typeface="Arial,Sans-Serif"/>
              <a:buChar char="•"/>
            </a:pPr>
            <a:r>
              <a:rPr lang="en-US" sz="2000" b="1">
                <a:solidFill>
                  <a:schemeClr val="bg1"/>
                </a:solidFill>
                <a:ea typeface="+mn-lt"/>
                <a:cs typeface="+mn-lt"/>
              </a:rPr>
              <a:t>SSNs</a:t>
            </a:r>
            <a:endParaRPr lang="en-US" sz="2000">
              <a:solidFill>
                <a:schemeClr val="bg1"/>
              </a:solidFill>
              <a:ea typeface="+mn-lt"/>
              <a:cs typeface="+mn-lt"/>
            </a:endParaRPr>
          </a:p>
          <a:p>
            <a:pPr marL="285750" indent="-285750">
              <a:buFont typeface="Arial,Sans-Serif"/>
              <a:buChar char="•"/>
            </a:pPr>
            <a:r>
              <a:rPr lang="en-US" sz="2000" b="1">
                <a:solidFill>
                  <a:schemeClr val="bg1"/>
                </a:solidFill>
                <a:ea typeface="+mn-lt"/>
                <a:cs typeface="+mn-lt"/>
              </a:rPr>
              <a:t>Addresses</a:t>
            </a:r>
            <a:endParaRPr lang="en-US" sz="2000">
              <a:solidFill>
                <a:schemeClr val="bg1"/>
              </a:solidFill>
              <a:ea typeface="+mn-lt"/>
              <a:cs typeface="+mn-lt"/>
            </a:endParaRPr>
          </a:p>
          <a:p>
            <a:pPr marL="285750" indent="-285750">
              <a:buFont typeface="Arial,Sans-Serif"/>
              <a:buChar char="•"/>
            </a:pPr>
            <a:r>
              <a:rPr lang="en-US" sz="2000" b="1">
                <a:solidFill>
                  <a:schemeClr val="bg1"/>
                </a:solidFill>
                <a:ea typeface="+mn-lt"/>
                <a:cs typeface="+mn-lt"/>
              </a:rPr>
              <a:t>Birthdates</a:t>
            </a:r>
            <a:endParaRPr lang="en-US" sz="2000">
              <a:solidFill>
                <a:schemeClr val="bg1"/>
              </a:solidFill>
              <a:ea typeface="+mn-lt"/>
              <a:cs typeface="+mn-lt"/>
            </a:endParaRPr>
          </a:p>
          <a:p>
            <a:pPr marL="285750" indent="-285750">
              <a:buFont typeface="Arial,Sans-Serif"/>
              <a:buChar char="•"/>
            </a:pPr>
            <a:r>
              <a:rPr lang="en-US" sz="2000" b="1">
                <a:solidFill>
                  <a:schemeClr val="bg1"/>
                </a:solidFill>
                <a:ea typeface="+mn-lt"/>
                <a:cs typeface="+mn-lt"/>
              </a:rPr>
              <a:t>Employment and residency history</a:t>
            </a:r>
            <a:endParaRPr lang="en-US" sz="2000">
              <a:solidFill>
                <a:schemeClr val="bg1"/>
              </a:solidFill>
              <a:ea typeface="+mn-lt"/>
              <a:cs typeface="+mn-lt"/>
            </a:endParaRPr>
          </a:p>
          <a:p>
            <a:pPr marL="285750" indent="-285750">
              <a:buFont typeface="Arial,Sans-Serif"/>
              <a:buChar char="•"/>
            </a:pPr>
            <a:r>
              <a:rPr lang="en-US" sz="2000" b="1">
                <a:solidFill>
                  <a:schemeClr val="bg1"/>
                </a:solidFill>
                <a:ea typeface="+mn-lt"/>
                <a:cs typeface="+mn-lt"/>
              </a:rPr>
              <a:t>Family and foreign contacts</a:t>
            </a:r>
            <a:endParaRPr lang="en-US" sz="2000">
              <a:solidFill>
                <a:schemeClr val="bg1"/>
              </a:solidFill>
              <a:ea typeface="+mn-lt"/>
              <a:cs typeface="+mn-lt"/>
            </a:endParaRPr>
          </a:p>
          <a:p>
            <a:pPr marL="285750" indent="-285750">
              <a:buFont typeface="Arial,Sans-Serif"/>
              <a:buChar char="•"/>
            </a:pPr>
            <a:r>
              <a:rPr lang="en-US" sz="2000" b="1">
                <a:solidFill>
                  <a:schemeClr val="bg1"/>
                </a:solidFill>
                <a:ea typeface="+mn-lt"/>
                <a:cs typeface="+mn-lt"/>
              </a:rPr>
              <a:t>Fingerprints (about 5.6 million sets)</a:t>
            </a:r>
            <a:endParaRPr lang="en-US" sz="2000">
              <a:solidFill>
                <a:schemeClr val="bg1"/>
              </a:solidFill>
              <a:ea typeface="+mn-lt"/>
              <a:cs typeface="+mn-lt"/>
            </a:endParaRPr>
          </a:p>
          <a:p>
            <a:pPr marL="285750" indent="-285750">
              <a:buFont typeface="Arial,Sans-Serif"/>
              <a:buChar char="•"/>
            </a:pPr>
            <a:r>
              <a:rPr lang="en-US" sz="2000" b="1">
                <a:solidFill>
                  <a:schemeClr val="bg1"/>
                </a:solidFill>
                <a:ea typeface="+mn-lt"/>
                <a:cs typeface="+mn-lt"/>
              </a:rPr>
              <a:t>Background investigation forms (SF-86, SF-85P)</a:t>
            </a:r>
            <a:endParaRPr lang="en-US" sz="2000">
              <a:solidFill>
                <a:schemeClr val="bg1"/>
              </a:solidFill>
              <a:ea typeface="+mn-lt"/>
              <a:cs typeface="+mn-lt"/>
            </a:endParaRPr>
          </a:p>
          <a:p>
            <a:pPr marL="285750" indent="-285750">
              <a:buFont typeface="Arial,Sans-Serif"/>
              <a:buChar char="•"/>
            </a:pPr>
            <a:r>
              <a:rPr lang="en-US" sz="2000" b="1">
                <a:solidFill>
                  <a:schemeClr val="bg1"/>
                </a:solidFill>
                <a:ea typeface="+mn-lt"/>
                <a:cs typeface="+mn-lt"/>
              </a:rPr>
              <a:t>Mental health, drug use, financial disclosures</a:t>
            </a:r>
            <a:endParaRPr lang="en-US" sz="2000">
              <a:solidFill>
                <a:schemeClr val="bg1"/>
              </a:solidFill>
              <a:ea typeface="+mn-lt"/>
              <a:cs typeface="+mn-lt"/>
            </a:endParaRPr>
          </a:p>
          <a:p>
            <a:endParaRPr lang="en-US"/>
          </a:p>
        </p:txBody>
      </p:sp>
    </p:spTree>
    <p:extLst>
      <p:ext uri="{BB962C8B-B14F-4D97-AF65-F5344CB8AC3E}">
        <p14:creationId xmlns:p14="http://schemas.microsoft.com/office/powerpoint/2010/main" val="3346812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6C914-1A81-B890-6CBB-5B58C2261AB5}"/>
              </a:ext>
            </a:extLst>
          </p:cNvPr>
          <p:cNvSpPr>
            <a:spLocks noGrp="1"/>
          </p:cNvSpPr>
          <p:nvPr>
            <p:ph type="title"/>
          </p:nvPr>
        </p:nvSpPr>
        <p:spPr>
          <a:xfrm>
            <a:off x="3702049" y="-2667"/>
            <a:ext cx="11147071" cy="1755263"/>
          </a:xfrm>
        </p:spPr>
        <p:txBody>
          <a:bodyPr/>
          <a:lstStyle/>
          <a:p>
            <a:r>
              <a:rPr lang="en-US" b="1">
                <a:solidFill>
                  <a:schemeClr val="bg1"/>
                </a:solidFill>
              </a:rPr>
              <a:t>Timeline</a:t>
            </a:r>
          </a:p>
        </p:txBody>
      </p:sp>
      <p:sp>
        <p:nvSpPr>
          <p:cNvPr id="3" name="Content Placeholder 2">
            <a:extLst>
              <a:ext uri="{FF2B5EF4-FFF2-40B4-BE49-F238E27FC236}">
                <a16:creationId xmlns:a16="http://schemas.microsoft.com/office/drawing/2014/main" id="{48D8770E-DF4B-CF6E-73E0-61280334083C}"/>
              </a:ext>
            </a:extLst>
          </p:cNvPr>
          <p:cNvSpPr>
            <a:spLocks noGrp="1"/>
          </p:cNvSpPr>
          <p:nvPr>
            <p:ph sz="half" idx="1"/>
          </p:nvPr>
        </p:nvSpPr>
        <p:spPr>
          <a:xfrm>
            <a:off x="549275" y="1798206"/>
            <a:ext cx="5389976" cy="1635556"/>
          </a:xfrm>
        </p:spPr>
        <p:txBody>
          <a:bodyPr vert="horz" lIns="91440" tIns="45720" rIns="91440" bIns="45720" rtlCol="0" anchor="t">
            <a:noAutofit/>
          </a:bodyPr>
          <a:lstStyle/>
          <a:p>
            <a:r>
              <a:rPr lang="en-US" sz="1800" b="1">
                <a:solidFill>
                  <a:schemeClr val="bg1"/>
                </a:solidFill>
              </a:rPr>
              <a:t>2013–2014: Initial Breach</a:t>
            </a:r>
          </a:p>
          <a:p>
            <a:pPr marL="285750" indent="-285750">
              <a:buFont typeface="Arial"/>
              <a:buChar char="•"/>
            </a:pPr>
            <a:r>
              <a:rPr lang="en-US" sz="1800" b="1">
                <a:solidFill>
                  <a:schemeClr val="bg1"/>
                </a:solidFill>
                <a:ea typeface="+mn-lt"/>
                <a:cs typeface="+mn-lt"/>
              </a:rPr>
              <a:t>Attackers gained entry using a contractor’s stolen credentials.</a:t>
            </a:r>
            <a:endParaRPr lang="en-US" sz="1800" b="1">
              <a:solidFill>
                <a:schemeClr val="bg1"/>
              </a:solidFill>
            </a:endParaRPr>
          </a:p>
          <a:p>
            <a:pPr marL="285750" indent="-285750">
              <a:buFont typeface="Arial"/>
              <a:buChar char="•"/>
            </a:pPr>
            <a:r>
              <a:rPr lang="en-US" sz="1800" b="1">
                <a:solidFill>
                  <a:schemeClr val="bg1"/>
                </a:solidFill>
                <a:ea typeface="+mn-lt"/>
                <a:cs typeface="+mn-lt"/>
              </a:rPr>
              <a:t>Malware installed on OPM networks for long-term persistence.</a:t>
            </a:r>
            <a:endParaRPr lang="en-US" sz="1800" b="1">
              <a:solidFill>
                <a:schemeClr val="bg1"/>
              </a:solidFill>
            </a:endParaRPr>
          </a:p>
          <a:p>
            <a:pPr marL="285750" indent="-285750">
              <a:buFont typeface="Arial"/>
              <a:buChar char="•"/>
            </a:pPr>
            <a:r>
              <a:rPr lang="en-US" sz="1800" b="1">
                <a:solidFill>
                  <a:schemeClr val="bg1"/>
                </a:solidFill>
                <a:ea typeface="+mn-lt"/>
                <a:cs typeface="+mn-lt"/>
              </a:rPr>
              <a:t>Initial detection tools failed to identify suspicious behavior.</a:t>
            </a:r>
            <a:endParaRPr lang="en-US" sz="1800" b="1">
              <a:solidFill>
                <a:schemeClr val="bg1"/>
              </a:solidFill>
            </a:endParaRPr>
          </a:p>
          <a:p>
            <a:endParaRPr lang="en-US" sz="1600" b="1">
              <a:solidFill>
                <a:schemeClr val="bg1"/>
              </a:solidFill>
            </a:endParaRPr>
          </a:p>
        </p:txBody>
      </p:sp>
      <p:sp>
        <p:nvSpPr>
          <p:cNvPr id="4" name="Content Placeholder 3">
            <a:extLst>
              <a:ext uri="{FF2B5EF4-FFF2-40B4-BE49-F238E27FC236}">
                <a16:creationId xmlns:a16="http://schemas.microsoft.com/office/drawing/2014/main" id="{823C74B7-E71A-F7BE-FFC3-18198E59FC0E}"/>
              </a:ext>
            </a:extLst>
          </p:cNvPr>
          <p:cNvSpPr>
            <a:spLocks noGrp="1"/>
          </p:cNvSpPr>
          <p:nvPr>
            <p:ph sz="half" idx="2"/>
          </p:nvPr>
        </p:nvSpPr>
        <p:spPr>
          <a:xfrm>
            <a:off x="5944420" y="1798206"/>
            <a:ext cx="5094701" cy="1740331"/>
          </a:xfrm>
        </p:spPr>
        <p:txBody>
          <a:bodyPr vert="horz" lIns="91440" tIns="45720" rIns="91440" bIns="45720" rtlCol="0" anchor="t">
            <a:normAutofit/>
          </a:bodyPr>
          <a:lstStyle/>
          <a:p>
            <a:r>
              <a:rPr lang="en-US" sz="1800" b="1">
                <a:solidFill>
                  <a:schemeClr val="bg1"/>
                </a:solidFill>
              </a:rPr>
              <a:t>Early 2014: Privilege escalation</a:t>
            </a:r>
          </a:p>
          <a:p>
            <a:pPr marL="285750" indent="-285750">
              <a:buFont typeface="Arial"/>
              <a:buChar char="•"/>
            </a:pPr>
            <a:r>
              <a:rPr lang="en-US" sz="1800" b="1">
                <a:solidFill>
                  <a:schemeClr val="bg1"/>
                </a:solidFill>
                <a:ea typeface="+mn-lt"/>
                <a:cs typeface="+mn-lt"/>
              </a:rPr>
              <a:t>Attackers gained administrative-level access.</a:t>
            </a:r>
            <a:endParaRPr lang="en-US" sz="1800" b="1">
              <a:solidFill>
                <a:schemeClr val="bg1"/>
              </a:solidFill>
            </a:endParaRPr>
          </a:p>
          <a:p>
            <a:pPr marL="285750" indent="-285750">
              <a:buFont typeface="Arial"/>
              <a:buChar char="•"/>
            </a:pPr>
            <a:r>
              <a:rPr lang="en-US" sz="1800" b="1">
                <a:solidFill>
                  <a:schemeClr val="bg1"/>
                </a:solidFill>
                <a:ea typeface="+mn-lt"/>
                <a:cs typeface="+mn-lt"/>
              </a:rPr>
              <a:t>They began exploring internal systems and databases.</a:t>
            </a:r>
            <a:endParaRPr lang="en-US" sz="1800" b="1">
              <a:solidFill>
                <a:schemeClr val="bg1"/>
              </a:solidFill>
            </a:endParaRPr>
          </a:p>
          <a:p>
            <a:endParaRPr lang="en-US" sz="1600" b="1">
              <a:solidFill>
                <a:schemeClr val="bg1"/>
              </a:solidFill>
            </a:endParaRPr>
          </a:p>
        </p:txBody>
      </p:sp>
      <p:sp>
        <p:nvSpPr>
          <p:cNvPr id="6" name="TextBox 5">
            <a:extLst>
              <a:ext uri="{FF2B5EF4-FFF2-40B4-BE49-F238E27FC236}">
                <a16:creationId xmlns:a16="http://schemas.microsoft.com/office/drawing/2014/main" id="{4AAAC831-947C-7953-BBF6-4B215E3642E9}"/>
              </a:ext>
            </a:extLst>
          </p:cNvPr>
          <p:cNvSpPr txBox="1"/>
          <p:nvPr/>
        </p:nvSpPr>
        <p:spPr>
          <a:xfrm>
            <a:off x="547458" y="4260735"/>
            <a:ext cx="422744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bg1"/>
                </a:solidFill>
              </a:rPr>
              <a:t>Late 2014: Sensitive databases accessed</a:t>
            </a:r>
          </a:p>
          <a:p>
            <a:pPr marL="285750" indent="-285750">
              <a:buFont typeface="Arial"/>
              <a:buChar char="•"/>
            </a:pPr>
            <a:r>
              <a:rPr lang="en-US" b="1">
                <a:solidFill>
                  <a:schemeClr val="bg1"/>
                </a:solidFill>
                <a:ea typeface="+mn-lt"/>
                <a:cs typeface="+mn-lt"/>
              </a:rPr>
              <a:t>Encrypted/root-level background investigation data was quietly exfiltrated.</a:t>
            </a:r>
            <a:endParaRPr lang="en-US" b="1">
              <a:solidFill>
                <a:schemeClr val="bg1"/>
              </a:solidFill>
            </a:endParaRPr>
          </a:p>
          <a:p>
            <a:pPr marL="285750" indent="-285750">
              <a:buFont typeface="Arial"/>
              <a:buChar char="•"/>
            </a:pPr>
            <a:r>
              <a:rPr lang="en-US" b="1">
                <a:solidFill>
                  <a:schemeClr val="bg1"/>
                </a:solidFill>
                <a:ea typeface="+mn-lt"/>
                <a:cs typeface="+mn-lt"/>
              </a:rPr>
              <a:t>Attackers used legitimate privileged access to remain hidden.</a:t>
            </a:r>
            <a:endParaRPr lang="en-US">
              <a:solidFill>
                <a:schemeClr val="bg1"/>
              </a:solidFill>
            </a:endParaRPr>
          </a:p>
          <a:p>
            <a:endParaRPr lang="en-US">
              <a:solidFill>
                <a:schemeClr val="bg1"/>
              </a:solidFill>
            </a:endParaRPr>
          </a:p>
        </p:txBody>
      </p:sp>
      <p:sp>
        <p:nvSpPr>
          <p:cNvPr id="7" name="TextBox 6">
            <a:extLst>
              <a:ext uri="{FF2B5EF4-FFF2-40B4-BE49-F238E27FC236}">
                <a16:creationId xmlns:a16="http://schemas.microsoft.com/office/drawing/2014/main" id="{BA52A675-6066-6937-29D0-219736C0B644}"/>
              </a:ext>
            </a:extLst>
          </p:cNvPr>
          <p:cNvSpPr txBox="1"/>
          <p:nvPr/>
        </p:nvSpPr>
        <p:spPr>
          <a:xfrm>
            <a:off x="6155506" y="4156038"/>
            <a:ext cx="5241464" cy="174239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8" name="TextBox 7">
            <a:extLst>
              <a:ext uri="{FF2B5EF4-FFF2-40B4-BE49-F238E27FC236}">
                <a16:creationId xmlns:a16="http://schemas.microsoft.com/office/drawing/2014/main" id="{CA29B93B-AEB2-E582-C366-372BC5163234}"/>
              </a:ext>
            </a:extLst>
          </p:cNvPr>
          <p:cNvSpPr txBox="1"/>
          <p:nvPr/>
        </p:nvSpPr>
        <p:spPr>
          <a:xfrm>
            <a:off x="5941132" y="4260835"/>
            <a:ext cx="495582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bg1"/>
                </a:solidFill>
              </a:rPr>
              <a:t>April 2015: OPM detects unusual activity</a:t>
            </a:r>
          </a:p>
          <a:p>
            <a:pPr marL="285750" indent="-285750">
              <a:buFont typeface="Arial"/>
              <a:buChar char="•"/>
            </a:pPr>
            <a:r>
              <a:rPr lang="en-US" b="1">
                <a:solidFill>
                  <a:schemeClr val="bg1"/>
                </a:solidFill>
                <a:ea typeface="+mn-lt"/>
                <a:cs typeface="+mn-lt"/>
              </a:rPr>
              <a:t>Newly deployed monitoring tools identified anomalies.</a:t>
            </a:r>
            <a:endParaRPr lang="en-US" b="1">
              <a:solidFill>
                <a:schemeClr val="bg1"/>
              </a:solidFill>
            </a:endParaRPr>
          </a:p>
          <a:p>
            <a:pPr marL="285750" indent="-285750">
              <a:buFont typeface="Arial"/>
              <a:buChar char="•"/>
            </a:pPr>
            <a:r>
              <a:rPr lang="en-US" b="1">
                <a:solidFill>
                  <a:schemeClr val="bg1"/>
                </a:solidFill>
                <a:ea typeface="+mn-lt"/>
                <a:cs typeface="+mn-lt"/>
              </a:rPr>
              <a:t>OPM discovered that personnel data and security clearance data had been stolen.</a:t>
            </a:r>
            <a:endParaRPr lang="en-US" b="1">
              <a:solidFill>
                <a:schemeClr val="bg1"/>
              </a:solidFill>
            </a:endParaRPr>
          </a:p>
          <a:p>
            <a:endParaRPr lang="en-US">
              <a:solidFill>
                <a:schemeClr val="bg1"/>
              </a:solidFill>
            </a:endParaRPr>
          </a:p>
        </p:txBody>
      </p:sp>
    </p:spTree>
    <p:extLst>
      <p:ext uri="{BB962C8B-B14F-4D97-AF65-F5344CB8AC3E}">
        <p14:creationId xmlns:p14="http://schemas.microsoft.com/office/powerpoint/2010/main" val="3233500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AA8AC-582E-F70B-B2BE-B0C35ADEEC49}"/>
              </a:ext>
            </a:extLst>
          </p:cNvPr>
          <p:cNvSpPr>
            <a:spLocks noGrp="1"/>
          </p:cNvSpPr>
          <p:nvPr>
            <p:ph type="title"/>
          </p:nvPr>
        </p:nvSpPr>
        <p:spPr>
          <a:xfrm>
            <a:off x="256032" y="1273683"/>
            <a:ext cx="4287393" cy="1336167"/>
          </a:xfrm>
        </p:spPr>
        <p:txBody>
          <a:bodyPr/>
          <a:lstStyle/>
          <a:p>
            <a:r>
              <a:rPr lang="en-US" sz="1800" b="1">
                <a:solidFill>
                  <a:schemeClr val="bg1"/>
                </a:solidFill>
              </a:rPr>
              <a:t>1. Credential Theft</a:t>
            </a:r>
          </a:p>
          <a:p>
            <a:r>
              <a:rPr lang="en-US" sz="1800" b="1">
                <a:solidFill>
                  <a:schemeClr val="bg1"/>
                </a:solidFill>
                <a:ea typeface="+mj-lt"/>
                <a:cs typeface="+mj-lt"/>
              </a:rPr>
              <a:t>Attackers used credentials from a government contractor, giving them a foothold in the network.</a:t>
            </a:r>
            <a:endParaRPr lang="en-US" sz="1800" b="1">
              <a:solidFill>
                <a:schemeClr val="bg1"/>
              </a:solidFill>
            </a:endParaRPr>
          </a:p>
          <a:p>
            <a:endParaRPr lang="en-US" sz="1800">
              <a:solidFill>
                <a:schemeClr val="bg1"/>
              </a:solidFill>
            </a:endParaRPr>
          </a:p>
        </p:txBody>
      </p:sp>
      <p:sp>
        <p:nvSpPr>
          <p:cNvPr id="4" name="Content Placeholder 3">
            <a:extLst>
              <a:ext uri="{FF2B5EF4-FFF2-40B4-BE49-F238E27FC236}">
                <a16:creationId xmlns:a16="http://schemas.microsoft.com/office/drawing/2014/main" id="{6007C325-6CF3-30C3-A8BA-6A7CDC3BB8DA}"/>
              </a:ext>
            </a:extLst>
          </p:cNvPr>
          <p:cNvSpPr>
            <a:spLocks noGrp="1"/>
          </p:cNvSpPr>
          <p:nvPr>
            <p:ph idx="1"/>
          </p:nvPr>
        </p:nvSpPr>
        <p:spPr>
          <a:xfrm>
            <a:off x="258762" y="2701925"/>
            <a:ext cx="4465284" cy="2225675"/>
          </a:xfrm>
        </p:spPr>
        <p:txBody>
          <a:bodyPr vert="horz" lIns="91440" tIns="45720" rIns="91440" bIns="45720" rtlCol="0" anchor="t">
            <a:noAutofit/>
          </a:bodyPr>
          <a:lstStyle/>
          <a:p>
            <a:r>
              <a:rPr lang="en-US" sz="1800" b="1">
                <a:solidFill>
                  <a:schemeClr val="bg1"/>
                </a:solidFill>
              </a:rPr>
              <a:t>2. Legacy Systems</a:t>
            </a:r>
          </a:p>
          <a:p>
            <a:r>
              <a:rPr lang="en-US" sz="1800" b="1">
                <a:solidFill>
                  <a:schemeClr val="bg1"/>
                </a:solidFill>
                <a:ea typeface="+mn-lt"/>
                <a:cs typeface="+mn-lt"/>
              </a:rPr>
              <a:t>OPM’s infrastructure was:</a:t>
            </a:r>
            <a:endParaRPr lang="en-US" sz="1800" b="1">
              <a:solidFill>
                <a:schemeClr val="bg1"/>
              </a:solidFill>
            </a:endParaRPr>
          </a:p>
          <a:p>
            <a:pPr marL="285750" indent="-285750">
              <a:buFont typeface="Arial"/>
              <a:buChar char="•"/>
            </a:pPr>
            <a:r>
              <a:rPr lang="en-US" sz="1800" b="1">
                <a:solidFill>
                  <a:schemeClr val="bg1"/>
                </a:solidFill>
                <a:ea typeface="+mn-lt"/>
                <a:cs typeface="+mn-lt"/>
              </a:rPr>
              <a:t>Decades old</a:t>
            </a:r>
            <a:endParaRPr lang="en-US" sz="1800" b="1">
              <a:solidFill>
                <a:schemeClr val="bg1"/>
              </a:solidFill>
            </a:endParaRPr>
          </a:p>
          <a:p>
            <a:pPr marL="285750" indent="-285750">
              <a:buFont typeface="Arial"/>
              <a:buChar char="•"/>
            </a:pPr>
            <a:r>
              <a:rPr lang="en-US" sz="1800" b="1">
                <a:solidFill>
                  <a:schemeClr val="bg1"/>
                </a:solidFill>
                <a:ea typeface="+mn-lt"/>
                <a:cs typeface="+mn-lt"/>
              </a:rPr>
              <a:t>Poorly segmented</a:t>
            </a:r>
            <a:endParaRPr lang="en-US" sz="1800" b="1">
              <a:solidFill>
                <a:schemeClr val="bg1"/>
              </a:solidFill>
            </a:endParaRPr>
          </a:p>
          <a:p>
            <a:pPr marL="285750" indent="-285750">
              <a:buFont typeface="Arial"/>
              <a:buChar char="•"/>
            </a:pPr>
            <a:r>
              <a:rPr lang="en-US" sz="1800" b="1">
                <a:solidFill>
                  <a:schemeClr val="bg1"/>
                </a:solidFill>
                <a:ea typeface="+mn-lt"/>
                <a:cs typeface="+mn-lt"/>
              </a:rPr>
              <a:t>Lacking multi-factor authentication</a:t>
            </a:r>
            <a:endParaRPr lang="en-US" sz="1800" b="1">
              <a:solidFill>
                <a:schemeClr val="bg1"/>
              </a:solidFill>
            </a:endParaRPr>
          </a:p>
          <a:p>
            <a:pPr marL="285750" indent="-285750">
              <a:buFont typeface="Arial"/>
              <a:buChar char="•"/>
            </a:pPr>
            <a:r>
              <a:rPr lang="en-US" sz="1800" b="1">
                <a:solidFill>
                  <a:schemeClr val="bg1"/>
                </a:solidFill>
                <a:ea typeface="+mn-lt"/>
                <a:cs typeface="+mn-lt"/>
              </a:rPr>
              <a:t>Missing modern encryption</a:t>
            </a:r>
            <a:endParaRPr lang="en-US" sz="1800" b="1">
              <a:solidFill>
                <a:schemeClr val="bg1"/>
              </a:solidFill>
            </a:endParaRPr>
          </a:p>
          <a:p>
            <a:endParaRPr lang="en-US"/>
          </a:p>
        </p:txBody>
      </p:sp>
      <p:sp>
        <p:nvSpPr>
          <p:cNvPr id="3" name="Text Placeholder 2">
            <a:extLst>
              <a:ext uri="{FF2B5EF4-FFF2-40B4-BE49-F238E27FC236}">
                <a16:creationId xmlns:a16="http://schemas.microsoft.com/office/drawing/2014/main" id="{EE1ADA43-FD4B-C3C8-ED2C-912B11C7928D}"/>
              </a:ext>
            </a:extLst>
          </p:cNvPr>
          <p:cNvSpPr>
            <a:spLocks noGrp="1"/>
          </p:cNvSpPr>
          <p:nvPr>
            <p:ph type="body" sz="half" idx="2"/>
          </p:nvPr>
        </p:nvSpPr>
        <p:spPr>
          <a:xfrm>
            <a:off x="7656957" y="1206674"/>
            <a:ext cx="4287393" cy="2223914"/>
          </a:xfrm>
        </p:spPr>
        <p:txBody>
          <a:bodyPr vert="horz" lIns="91440" tIns="45720" rIns="91440" bIns="45720" rtlCol="0" anchor="t">
            <a:normAutofit/>
          </a:bodyPr>
          <a:lstStyle/>
          <a:p>
            <a:r>
              <a:rPr lang="en-US" sz="1800" b="1">
                <a:solidFill>
                  <a:schemeClr val="bg1"/>
                </a:solidFill>
              </a:rPr>
              <a:t>3. Privilege Escalation</a:t>
            </a:r>
          </a:p>
          <a:p>
            <a:r>
              <a:rPr lang="en-US" sz="1800" b="1" i="0">
                <a:solidFill>
                  <a:schemeClr val="bg1"/>
                </a:solidFill>
                <a:ea typeface="+mn-lt"/>
                <a:cs typeface="+mn-lt"/>
              </a:rPr>
              <a:t>Attackers expanded their access using:</a:t>
            </a:r>
            <a:endParaRPr lang="en-US" sz="1800" b="1">
              <a:solidFill>
                <a:schemeClr val="bg1"/>
              </a:solidFill>
            </a:endParaRPr>
          </a:p>
          <a:p>
            <a:pPr marL="285750" indent="-285750">
              <a:buFont typeface="Arial"/>
              <a:buChar char="•"/>
            </a:pPr>
            <a:r>
              <a:rPr lang="en-US" sz="1800" b="1" i="0">
                <a:solidFill>
                  <a:schemeClr val="bg1"/>
                </a:solidFill>
                <a:ea typeface="+mn-lt"/>
                <a:cs typeface="+mn-lt"/>
              </a:rPr>
              <a:t>Password harvesting inside the network</a:t>
            </a:r>
            <a:endParaRPr lang="en-US" sz="1800" b="1">
              <a:solidFill>
                <a:schemeClr val="bg1"/>
              </a:solidFill>
            </a:endParaRPr>
          </a:p>
          <a:p>
            <a:pPr marL="285750" indent="-285750">
              <a:buFont typeface="Arial"/>
              <a:buChar char="•"/>
            </a:pPr>
            <a:r>
              <a:rPr lang="en-US" sz="1800" b="1" i="0">
                <a:solidFill>
                  <a:schemeClr val="bg1"/>
                </a:solidFill>
                <a:ea typeface="+mn-lt"/>
                <a:cs typeface="+mn-lt"/>
              </a:rPr>
              <a:t>Administrative rights gained through misconfigured systems</a:t>
            </a:r>
            <a:endParaRPr lang="en-US" sz="1800" b="1">
              <a:solidFill>
                <a:schemeClr val="bg1"/>
              </a:solidFill>
            </a:endParaRPr>
          </a:p>
          <a:p>
            <a:endParaRPr lang="en-US"/>
          </a:p>
        </p:txBody>
      </p:sp>
      <p:sp>
        <p:nvSpPr>
          <p:cNvPr id="7" name="TextBox 6">
            <a:extLst>
              <a:ext uri="{FF2B5EF4-FFF2-40B4-BE49-F238E27FC236}">
                <a16:creationId xmlns:a16="http://schemas.microsoft.com/office/drawing/2014/main" id="{3F36A992-D8EE-4624-3EA2-FD81E8D1151C}"/>
              </a:ext>
            </a:extLst>
          </p:cNvPr>
          <p:cNvSpPr txBox="1"/>
          <p:nvPr/>
        </p:nvSpPr>
        <p:spPr>
          <a:xfrm>
            <a:off x="7551025" y="3604648"/>
            <a:ext cx="449442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bg1"/>
                </a:solidFill>
              </a:rPr>
              <a:t>4. Quiet, Long-Term Persistence</a:t>
            </a:r>
          </a:p>
          <a:p>
            <a:r>
              <a:rPr lang="en-US" b="1">
                <a:solidFill>
                  <a:schemeClr val="bg1"/>
                </a:solidFill>
                <a:ea typeface="+mn-lt"/>
                <a:cs typeface="+mn-lt"/>
              </a:rPr>
              <a:t>The attackers moved slowly and deliberately:</a:t>
            </a:r>
            <a:endParaRPr lang="en-US" b="1">
              <a:solidFill>
                <a:schemeClr val="bg1"/>
              </a:solidFill>
            </a:endParaRPr>
          </a:p>
          <a:p>
            <a:endParaRPr lang="en-US" b="1">
              <a:solidFill>
                <a:schemeClr val="bg1"/>
              </a:solidFill>
              <a:ea typeface="+mn-lt"/>
              <a:cs typeface="+mn-lt"/>
            </a:endParaRPr>
          </a:p>
          <a:p>
            <a:pPr marL="285750" indent="-285750">
              <a:buFont typeface="Arial"/>
              <a:buChar char="•"/>
            </a:pPr>
            <a:r>
              <a:rPr lang="en-US" b="1">
                <a:solidFill>
                  <a:schemeClr val="bg1"/>
                </a:solidFill>
                <a:ea typeface="+mn-lt"/>
                <a:cs typeface="+mn-lt"/>
              </a:rPr>
              <a:t>Hid activity in normal network traffic</a:t>
            </a:r>
            <a:endParaRPr lang="en-US" b="1">
              <a:solidFill>
                <a:schemeClr val="bg1"/>
              </a:solidFill>
            </a:endParaRPr>
          </a:p>
          <a:p>
            <a:pPr marL="285750" indent="-285750">
              <a:buFont typeface="Arial"/>
              <a:buChar char="•"/>
            </a:pPr>
            <a:r>
              <a:rPr lang="en-US" b="1">
                <a:solidFill>
                  <a:schemeClr val="bg1"/>
                </a:solidFill>
                <a:ea typeface="+mn-lt"/>
                <a:cs typeface="+mn-lt"/>
              </a:rPr>
              <a:t>Used valid credentials to avoid detection</a:t>
            </a:r>
            <a:endParaRPr lang="en-US" b="1">
              <a:solidFill>
                <a:schemeClr val="bg1"/>
              </a:solidFill>
            </a:endParaRPr>
          </a:p>
          <a:p>
            <a:endParaRPr lang="en-US">
              <a:solidFill>
                <a:schemeClr val="bg1"/>
              </a:solidFill>
            </a:endParaRPr>
          </a:p>
        </p:txBody>
      </p:sp>
      <p:sp>
        <p:nvSpPr>
          <p:cNvPr id="9" name="TextBox 8">
            <a:extLst>
              <a:ext uri="{FF2B5EF4-FFF2-40B4-BE49-F238E27FC236}">
                <a16:creationId xmlns:a16="http://schemas.microsoft.com/office/drawing/2014/main" id="{251E8E85-D704-5098-54B7-7908A421BC29}"/>
              </a:ext>
            </a:extLst>
          </p:cNvPr>
          <p:cNvSpPr txBox="1"/>
          <p:nvPr/>
        </p:nvSpPr>
        <p:spPr>
          <a:xfrm>
            <a:off x="4031364" y="5237388"/>
            <a:ext cx="4127474"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bg1"/>
                </a:solidFill>
              </a:rPr>
              <a:t>5. Data Exfiltration</a:t>
            </a:r>
          </a:p>
          <a:p>
            <a:endParaRPr lang="en-US" b="1">
              <a:solidFill>
                <a:schemeClr val="bg1"/>
              </a:solidFill>
              <a:ea typeface="+mn-lt"/>
              <a:cs typeface="+mn-lt"/>
            </a:endParaRPr>
          </a:p>
          <a:p>
            <a:r>
              <a:rPr lang="en-US" b="1">
                <a:solidFill>
                  <a:schemeClr val="bg1"/>
                </a:solidFill>
                <a:ea typeface="+mn-lt"/>
                <a:cs typeface="+mn-lt"/>
              </a:rPr>
              <a:t>Large datasets were exfiltrated through encrypted channels that blended in with routine traffic.</a:t>
            </a:r>
            <a:endParaRPr lang="en-US" b="1">
              <a:solidFill>
                <a:schemeClr val="bg1"/>
              </a:solidFill>
            </a:endParaRPr>
          </a:p>
          <a:p>
            <a:endParaRPr lang="en-US"/>
          </a:p>
        </p:txBody>
      </p:sp>
      <p:sp>
        <p:nvSpPr>
          <p:cNvPr id="10" name="TextBox 9">
            <a:extLst>
              <a:ext uri="{FF2B5EF4-FFF2-40B4-BE49-F238E27FC236}">
                <a16:creationId xmlns:a16="http://schemas.microsoft.com/office/drawing/2014/main" id="{E7275259-5A9C-DD11-B1FC-39A9CC3C8CA1}"/>
              </a:ext>
            </a:extLst>
          </p:cNvPr>
          <p:cNvSpPr txBox="1"/>
          <p:nvPr/>
        </p:nvSpPr>
        <p:spPr>
          <a:xfrm>
            <a:off x="3059893" y="280524"/>
            <a:ext cx="547554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rPr>
              <a:t>How the attack worked:</a:t>
            </a:r>
          </a:p>
        </p:txBody>
      </p:sp>
    </p:spTree>
    <p:extLst>
      <p:ext uri="{BB962C8B-B14F-4D97-AF65-F5344CB8AC3E}">
        <p14:creationId xmlns:p14="http://schemas.microsoft.com/office/powerpoint/2010/main" val="3179649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473A6-CB75-D0C8-8E6B-888D18F89A99}"/>
              </a:ext>
            </a:extLst>
          </p:cNvPr>
          <p:cNvSpPr>
            <a:spLocks noGrp="1"/>
          </p:cNvSpPr>
          <p:nvPr>
            <p:ph type="title"/>
          </p:nvPr>
        </p:nvSpPr>
        <p:spPr>
          <a:xfrm>
            <a:off x="158749" y="330708"/>
            <a:ext cx="11870971" cy="1755263"/>
          </a:xfrm>
        </p:spPr>
        <p:txBody>
          <a:bodyPr/>
          <a:lstStyle/>
          <a:p>
            <a:r>
              <a:rPr lang="en-US" sz="6000" b="1">
                <a:solidFill>
                  <a:schemeClr val="bg1"/>
                </a:solidFill>
              </a:rPr>
              <a:t>Who was the Threat actor and Lessons Learned</a:t>
            </a:r>
          </a:p>
        </p:txBody>
      </p:sp>
      <p:sp>
        <p:nvSpPr>
          <p:cNvPr id="3" name="Content Placeholder 2">
            <a:extLst>
              <a:ext uri="{FF2B5EF4-FFF2-40B4-BE49-F238E27FC236}">
                <a16:creationId xmlns:a16="http://schemas.microsoft.com/office/drawing/2014/main" id="{6FF74A37-9DA7-570B-19F3-78734C39C2F8}"/>
              </a:ext>
            </a:extLst>
          </p:cNvPr>
          <p:cNvSpPr>
            <a:spLocks noGrp="1"/>
          </p:cNvSpPr>
          <p:nvPr>
            <p:ph sz="half" idx="1"/>
          </p:nvPr>
        </p:nvSpPr>
        <p:spPr>
          <a:xfrm>
            <a:off x="6330950" y="1521981"/>
            <a:ext cx="5418551" cy="3816781"/>
          </a:xfrm>
        </p:spPr>
        <p:txBody>
          <a:bodyPr vert="horz" lIns="91440" tIns="45720" rIns="91440" bIns="45720" rtlCol="0" anchor="t">
            <a:noAutofit/>
          </a:bodyPr>
          <a:lstStyle/>
          <a:p>
            <a:r>
              <a:rPr lang="en-US" sz="1600" b="1">
                <a:solidFill>
                  <a:schemeClr val="bg1"/>
                </a:solidFill>
              </a:rPr>
              <a:t>1. Zero Trust is essential</a:t>
            </a:r>
          </a:p>
          <a:p>
            <a:r>
              <a:rPr lang="en-US" sz="1600" b="1">
                <a:solidFill>
                  <a:schemeClr val="bg1"/>
                </a:solidFill>
                <a:ea typeface="+mn-lt"/>
                <a:cs typeface="+mn-lt"/>
              </a:rPr>
              <a:t>Do not trust internal traffic or credentials by default.</a:t>
            </a:r>
            <a:endParaRPr lang="en-US" sz="1600" b="1">
              <a:solidFill>
                <a:schemeClr val="bg1"/>
              </a:solidFill>
            </a:endParaRPr>
          </a:p>
          <a:p>
            <a:r>
              <a:rPr lang="en-US" sz="1600" b="1">
                <a:solidFill>
                  <a:schemeClr val="bg1"/>
                </a:solidFill>
              </a:rPr>
              <a:t>2. MFA everywhere</a:t>
            </a:r>
          </a:p>
          <a:p>
            <a:r>
              <a:rPr lang="en-US" sz="1600" b="1">
                <a:solidFill>
                  <a:schemeClr val="bg1"/>
                </a:solidFill>
                <a:ea typeface="+mn-lt"/>
                <a:cs typeface="+mn-lt"/>
              </a:rPr>
              <a:t>The breach exploited single-factor authentication.</a:t>
            </a:r>
            <a:endParaRPr lang="en-US" sz="1600" b="1">
              <a:solidFill>
                <a:schemeClr val="bg1"/>
              </a:solidFill>
            </a:endParaRPr>
          </a:p>
          <a:p>
            <a:r>
              <a:rPr lang="en-US" sz="1600" b="1">
                <a:solidFill>
                  <a:schemeClr val="bg1"/>
                </a:solidFill>
              </a:rPr>
              <a:t>3. Legacy systems are national security risks</a:t>
            </a:r>
          </a:p>
          <a:p>
            <a:r>
              <a:rPr lang="en-US" sz="1600" b="1">
                <a:solidFill>
                  <a:schemeClr val="bg1"/>
                </a:solidFill>
                <a:ea typeface="+mn-lt"/>
                <a:cs typeface="+mn-lt"/>
              </a:rPr>
              <a:t>Critical federal systems require modernization.</a:t>
            </a:r>
            <a:endParaRPr lang="en-US" sz="1600" b="1">
              <a:solidFill>
                <a:schemeClr val="bg1"/>
              </a:solidFill>
            </a:endParaRPr>
          </a:p>
          <a:p>
            <a:r>
              <a:rPr lang="en-US" sz="1600" b="1">
                <a:solidFill>
                  <a:schemeClr val="bg1"/>
                </a:solidFill>
              </a:rPr>
              <a:t>4. Contractor access is a major vulnerability</a:t>
            </a:r>
          </a:p>
          <a:p>
            <a:r>
              <a:rPr lang="en-US" sz="1600" b="1">
                <a:solidFill>
                  <a:schemeClr val="bg1"/>
                </a:solidFill>
                <a:ea typeface="+mn-lt"/>
                <a:cs typeface="+mn-lt"/>
              </a:rPr>
              <a:t>Vendors must meet strict cybersecurity baselines.</a:t>
            </a:r>
            <a:endParaRPr lang="en-US" sz="1600" b="1">
              <a:solidFill>
                <a:schemeClr val="bg1"/>
              </a:solidFill>
            </a:endParaRPr>
          </a:p>
          <a:p>
            <a:r>
              <a:rPr lang="en-US" sz="1600" b="1">
                <a:solidFill>
                  <a:schemeClr val="bg1"/>
                </a:solidFill>
              </a:rPr>
              <a:t>5. Continuous monitoring is non-negotiable</a:t>
            </a:r>
          </a:p>
          <a:p>
            <a:r>
              <a:rPr lang="en-US" sz="1600" b="1">
                <a:solidFill>
                  <a:schemeClr val="bg1"/>
                </a:solidFill>
                <a:ea typeface="+mn-lt"/>
                <a:cs typeface="+mn-lt"/>
              </a:rPr>
              <a:t>Behavioral analytics could have identified the breach earlier.</a:t>
            </a:r>
            <a:endParaRPr lang="en-US" sz="1600" b="1">
              <a:solidFill>
                <a:schemeClr val="bg1"/>
              </a:solidFill>
            </a:endParaRPr>
          </a:p>
          <a:p>
            <a:r>
              <a:rPr lang="en-US" sz="1600" b="1">
                <a:solidFill>
                  <a:schemeClr val="bg1"/>
                </a:solidFill>
              </a:rPr>
              <a:t>6. Data minimization reduces impact</a:t>
            </a:r>
          </a:p>
          <a:p>
            <a:r>
              <a:rPr lang="en-US" sz="1600" b="1">
                <a:solidFill>
                  <a:schemeClr val="bg1"/>
                </a:solidFill>
                <a:ea typeface="+mn-lt"/>
                <a:cs typeface="+mn-lt"/>
              </a:rPr>
              <a:t>Storing enormous troves of sensitive data creates enormous risk.</a:t>
            </a:r>
            <a:endParaRPr lang="en-US" sz="1600" b="1">
              <a:solidFill>
                <a:schemeClr val="bg1"/>
              </a:solidFill>
            </a:endParaRPr>
          </a:p>
          <a:p>
            <a:endParaRPr lang="en-US"/>
          </a:p>
        </p:txBody>
      </p:sp>
      <p:sp>
        <p:nvSpPr>
          <p:cNvPr id="4" name="Content Placeholder 3">
            <a:extLst>
              <a:ext uri="{FF2B5EF4-FFF2-40B4-BE49-F238E27FC236}">
                <a16:creationId xmlns:a16="http://schemas.microsoft.com/office/drawing/2014/main" id="{23A04D12-C190-189E-7F91-0572A4774748}"/>
              </a:ext>
            </a:extLst>
          </p:cNvPr>
          <p:cNvSpPr>
            <a:spLocks noGrp="1"/>
          </p:cNvSpPr>
          <p:nvPr>
            <p:ph sz="half" idx="2"/>
          </p:nvPr>
        </p:nvSpPr>
        <p:spPr>
          <a:xfrm>
            <a:off x="162745" y="2522106"/>
            <a:ext cx="5418551" cy="3473881"/>
          </a:xfrm>
        </p:spPr>
        <p:txBody>
          <a:bodyPr vert="horz" lIns="91440" tIns="45720" rIns="91440" bIns="45720" rtlCol="0" anchor="t">
            <a:normAutofit fontScale="70000" lnSpcReduction="20000"/>
          </a:bodyPr>
          <a:lstStyle/>
          <a:p>
            <a:endParaRPr lang="en-US" b="1">
              <a:solidFill>
                <a:schemeClr val="bg1"/>
              </a:solidFill>
            </a:endParaRPr>
          </a:p>
          <a:p>
            <a:r>
              <a:rPr lang="en-US" b="1">
                <a:solidFill>
                  <a:schemeClr val="bg1"/>
                </a:solidFill>
                <a:ea typeface="+mn-lt"/>
                <a:cs typeface="+mn-lt"/>
              </a:rPr>
              <a:t>The U.S. government publicly attributed the breach to state-backed actors associated with China.</a:t>
            </a:r>
            <a:endParaRPr lang="en-US" b="1">
              <a:solidFill>
                <a:schemeClr val="bg1"/>
              </a:solidFill>
            </a:endParaRPr>
          </a:p>
          <a:p>
            <a:endParaRPr lang="en-US" b="1">
              <a:solidFill>
                <a:schemeClr val="bg1"/>
              </a:solidFill>
              <a:ea typeface="+mn-lt"/>
              <a:cs typeface="+mn-lt"/>
            </a:endParaRPr>
          </a:p>
          <a:p>
            <a:r>
              <a:rPr lang="en-US" b="1">
                <a:solidFill>
                  <a:schemeClr val="bg1"/>
                </a:solidFill>
                <a:ea typeface="+mn-lt"/>
                <a:cs typeface="+mn-lt"/>
              </a:rPr>
              <a:t>Notably:</a:t>
            </a:r>
            <a:endParaRPr lang="en-US" b="1">
              <a:solidFill>
                <a:schemeClr val="bg1"/>
              </a:solidFill>
            </a:endParaRPr>
          </a:p>
          <a:p>
            <a:pPr marL="285750" indent="-285750">
              <a:buFont typeface="Arial"/>
              <a:buChar char="•"/>
            </a:pPr>
            <a:r>
              <a:rPr lang="en-US" b="1">
                <a:solidFill>
                  <a:schemeClr val="bg1"/>
                </a:solidFill>
                <a:ea typeface="+mn-lt"/>
                <a:cs typeface="+mn-lt"/>
              </a:rPr>
              <a:t>The operation appeared focused on </a:t>
            </a:r>
            <a:r>
              <a:rPr lang="en-US" b="1" i="1">
                <a:solidFill>
                  <a:schemeClr val="bg1"/>
                </a:solidFill>
                <a:ea typeface="+mn-lt"/>
                <a:cs typeface="+mn-lt"/>
              </a:rPr>
              <a:t>long-term intelligence collection</a:t>
            </a:r>
            <a:r>
              <a:rPr lang="en-US" b="1">
                <a:solidFill>
                  <a:schemeClr val="bg1"/>
                </a:solidFill>
                <a:ea typeface="+mn-lt"/>
                <a:cs typeface="+mn-lt"/>
              </a:rPr>
              <a:t>, not financial gain.</a:t>
            </a:r>
            <a:endParaRPr lang="en-US" b="1">
              <a:solidFill>
                <a:schemeClr val="bg1"/>
              </a:solidFill>
            </a:endParaRPr>
          </a:p>
          <a:p>
            <a:pPr marL="285750" indent="-285750">
              <a:buFont typeface="Arial"/>
              <a:buChar char="•"/>
            </a:pPr>
            <a:r>
              <a:rPr lang="en-US" b="1">
                <a:solidFill>
                  <a:schemeClr val="bg1"/>
                </a:solidFill>
                <a:ea typeface="+mn-lt"/>
                <a:cs typeface="+mn-lt"/>
              </a:rPr>
              <a:t>There was no attempt to monetize data on the dark web.</a:t>
            </a:r>
            <a:endParaRPr lang="en-US" b="1">
              <a:solidFill>
                <a:schemeClr val="bg1"/>
              </a:solidFill>
            </a:endParaRPr>
          </a:p>
          <a:p>
            <a:pPr marL="285750" indent="-285750">
              <a:buFont typeface="Arial"/>
              <a:buChar char="•"/>
            </a:pPr>
            <a:endParaRPr lang="en-US" b="1">
              <a:solidFill>
                <a:schemeClr val="bg1"/>
              </a:solidFill>
              <a:ea typeface="+mn-lt"/>
              <a:cs typeface="+mn-lt"/>
            </a:endParaRPr>
          </a:p>
          <a:p>
            <a:r>
              <a:rPr lang="en-US" b="1">
                <a:solidFill>
                  <a:schemeClr val="bg1"/>
                </a:solidFill>
                <a:ea typeface="+mn-lt"/>
                <a:cs typeface="+mn-lt"/>
              </a:rPr>
              <a:t>The sophistication, patience, and data type strongly suggested a nation-state espionage goal.</a:t>
            </a:r>
            <a:endParaRPr lang="en-US" b="1">
              <a:solidFill>
                <a:schemeClr val="bg1"/>
              </a:solidFill>
            </a:endParaRPr>
          </a:p>
          <a:p>
            <a:endParaRPr lang="en-US"/>
          </a:p>
        </p:txBody>
      </p:sp>
    </p:spTree>
    <p:extLst>
      <p:ext uri="{BB962C8B-B14F-4D97-AF65-F5344CB8AC3E}">
        <p14:creationId xmlns:p14="http://schemas.microsoft.com/office/powerpoint/2010/main" val="3957907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BA046-C32E-397A-E91C-AD7FD6DA3BB4}"/>
              </a:ext>
            </a:extLst>
          </p:cNvPr>
          <p:cNvSpPr>
            <a:spLocks noGrp="1"/>
          </p:cNvSpPr>
          <p:nvPr>
            <p:ph type="title"/>
          </p:nvPr>
        </p:nvSpPr>
        <p:spPr/>
        <p:txBody>
          <a:bodyPr/>
          <a:lstStyle/>
          <a:p>
            <a:r>
              <a:rPr lang="en-US" dirty="0">
                <a:solidFill>
                  <a:schemeClr val="bg1"/>
                </a:solidFill>
              </a:rPr>
              <a:t>Equifax Data Breach (2017)</a:t>
            </a:r>
          </a:p>
        </p:txBody>
      </p:sp>
      <p:sp>
        <p:nvSpPr>
          <p:cNvPr id="3" name="Text Placeholder 2">
            <a:extLst>
              <a:ext uri="{FF2B5EF4-FFF2-40B4-BE49-F238E27FC236}">
                <a16:creationId xmlns:a16="http://schemas.microsoft.com/office/drawing/2014/main" id="{80C88B6B-D72F-75DE-0278-94595254A069}"/>
              </a:ext>
            </a:extLst>
          </p:cNvPr>
          <p:cNvSpPr>
            <a:spLocks noGrp="1"/>
          </p:cNvSpPr>
          <p:nvPr>
            <p:ph type="body" idx="1"/>
          </p:nvPr>
        </p:nvSpPr>
        <p:spPr/>
        <p:txBody>
          <a:bodyPr/>
          <a:lstStyle/>
          <a:p>
            <a:r>
              <a:rPr lang="en-US" dirty="0">
                <a:solidFill>
                  <a:schemeClr val="bg1"/>
                </a:solidFill>
              </a:rPr>
              <a:t>What is Equifax?</a:t>
            </a:r>
          </a:p>
        </p:txBody>
      </p:sp>
      <p:sp>
        <p:nvSpPr>
          <p:cNvPr id="4" name="Content Placeholder 3">
            <a:extLst>
              <a:ext uri="{FF2B5EF4-FFF2-40B4-BE49-F238E27FC236}">
                <a16:creationId xmlns:a16="http://schemas.microsoft.com/office/drawing/2014/main" id="{FA051564-F484-9E33-EB82-FC1A09D5F00B}"/>
              </a:ext>
            </a:extLst>
          </p:cNvPr>
          <p:cNvSpPr>
            <a:spLocks noGrp="1"/>
          </p:cNvSpPr>
          <p:nvPr>
            <p:ph sz="half" idx="2"/>
          </p:nvPr>
        </p:nvSpPr>
        <p:spPr/>
        <p:txBody>
          <a:bodyPr vert="horz" lIns="91440" tIns="45720" rIns="91440" bIns="45720" rtlCol="0" anchor="t">
            <a:normAutofit fontScale="92500" lnSpcReduction="20000"/>
          </a:bodyPr>
          <a:lstStyle/>
          <a:p>
            <a:r>
              <a:rPr lang="en-US" dirty="0">
                <a:solidFill>
                  <a:schemeClr val="bg1"/>
                </a:solidFill>
                <a:ea typeface="+mn-lt"/>
                <a:cs typeface="+mn-lt"/>
              </a:rPr>
              <a:t>Equifax is one of the three major U.S. credit reporting agencies responsible for:</a:t>
            </a:r>
            <a:endParaRPr lang="en-US" dirty="0">
              <a:solidFill>
                <a:schemeClr val="bg1"/>
              </a:solidFill>
            </a:endParaRPr>
          </a:p>
          <a:p>
            <a:pPr marL="285750" indent="-285750">
              <a:buFont typeface="Arial"/>
              <a:buChar char="•"/>
            </a:pPr>
            <a:r>
              <a:rPr lang="en-US" dirty="0">
                <a:solidFill>
                  <a:schemeClr val="bg1"/>
                </a:solidFill>
                <a:ea typeface="+mn-lt"/>
                <a:cs typeface="+mn-lt"/>
              </a:rPr>
              <a:t>Credit score calculation</a:t>
            </a:r>
            <a:endParaRPr lang="en-US" dirty="0">
              <a:solidFill>
                <a:schemeClr val="bg1"/>
              </a:solidFill>
            </a:endParaRPr>
          </a:p>
          <a:p>
            <a:pPr marL="285750" indent="-285750">
              <a:buFont typeface="Arial"/>
              <a:buChar char="•"/>
            </a:pPr>
            <a:r>
              <a:rPr lang="en-US" dirty="0">
                <a:solidFill>
                  <a:schemeClr val="bg1"/>
                </a:solidFill>
                <a:ea typeface="+mn-lt"/>
                <a:cs typeface="+mn-lt"/>
              </a:rPr>
              <a:t>Storing sensitive personal financial data</a:t>
            </a:r>
            <a:endParaRPr lang="en-US" dirty="0">
              <a:solidFill>
                <a:schemeClr val="bg1"/>
              </a:solidFill>
            </a:endParaRPr>
          </a:p>
          <a:p>
            <a:pPr marL="285750" indent="-285750">
              <a:buFont typeface="Arial"/>
              <a:buChar char="•"/>
            </a:pPr>
            <a:r>
              <a:rPr lang="en-US" dirty="0">
                <a:solidFill>
                  <a:schemeClr val="bg1"/>
                </a:solidFill>
                <a:ea typeface="+mn-lt"/>
                <a:cs typeface="+mn-lt"/>
              </a:rPr>
              <a:t>Credit history records for loan and credit approval</a:t>
            </a:r>
            <a:endParaRPr lang="en-US" dirty="0">
              <a:solidFill>
                <a:schemeClr val="bg1"/>
              </a:solidFill>
            </a:endParaRPr>
          </a:p>
          <a:p>
            <a:pPr marL="285750" indent="-285750">
              <a:buFont typeface="Arial"/>
              <a:buChar char="•"/>
            </a:pPr>
            <a:r>
              <a:rPr lang="en-US" dirty="0">
                <a:solidFill>
                  <a:schemeClr val="bg1"/>
                </a:solidFill>
                <a:ea typeface="+mn-lt"/>
                <a:cs typeface="+mn-lt"/>
              </a:rPr>
              <a:t>Identity verification for banks, lenders, and employers</a:t>
            </a:r>
            <a:endParaRPr lang="en-US" dirty="0">
              <a:solidFill>
                <a:schemeClr val="bg1"/>
              </a:solidFill>
            </a:endParaRPr>
          </a:p>
          <a:p>
            <a:endParaRPr lang="en-US" dirty="0">
              <a:solidFill>
                <a:schemeClr val="bg1"/>
              </a:solidFill>
            </a:endParaRPr>
          </a:p>
        </p:txBody>
      </p:sp>
      <p:sp>
        <p:nvSpPr>
          <p:cNvPr id="5" name="Text Placeholder 4">
            <a:extLst>
              <a:ext uri="{FF2B5EF4-FFF2-40B4-BE49-F238E27FC236}">
                <a16:creationId xmlns:a16="http://schemas.microsoft.com/office/drawing/2014/main" id="{3A45044B-2612-58DA-2464-C01C562392DD}"/>
              </a:ext>
            </a:extLst>
          </p:cNvPr>
          <p:cNvSpPr>
            <a:spLocks noGrp="1"/>
          </p:cNvSpPr>
          <p:nvPr>
            <p:ph type="body" sz="quarter" idx="3"/>
          </p:nvPr>
        </p:nvSpPr>
        <p:spPr/>
        <p:txBody>
          <a:bodyPr/>
          <a:lstStyle/>
          <a:p>
            <a:r>
              <a:rPr lang="en-US" dirty="0">
                <a:solidFill>
                  <a:schemeClr val="bg1"/>
                </a:solidFill>
              </a:rPr>
              <a:t>What was stolen?</a:t>
            </a:r>
          </a:p>
        </p:txBody>
      </p:sp>
      <p:sp>
        <p:nvSpPr>
          <p:cNvPr id="6" name="Content Placeholder 5">
            <a:extLst>
              <a:ext uri="{FF2B5EF4-FFF2-40B4-BE49-F238E27FC236}">
                <a16:creationId xmlns:a16="http://schemas.microsoft.com/office/drawing/2014/main" id="{38EE3420-6525-BA77-F622-B86534047FF0}"/>
              </a:ext>
            </a:extLst>
          </p:cNvPr>
          <p:cNvSpPr>
            <a:spLocks noGrp="1"/>
          </p:cNvSpPr>
          <p:nvPr>
            <p:ph sz="quarter" idx="4"/>
          </p:nvPr>
        </p:nvSpPr>
        <p:spPr/>
        <p:txBody>
          <a:bodyPr vert="horz" lIns="91440" tIns="45720" rIns="91440" bIns="45720" rtlCol="0" anchor="t">
            <a:normAutofit fontScale="92500" lnSpcReduction="20000"/>
          </a:bodyPr>
          <a:lstStyle/>
          <a:p>
            <a:pPr marL="285750" indent="-285750">
              <a:buFont typeface="Arial"/>
              <a:buChar char="•"/>
            </a:pPr>
            <a:r>
              <a:rPr lang="en-US" dirty="0">
                <a:solidFill>
                  <a:schemeClr val="bg1"/>
                </a:solidFill>
                <a:ea typeface="+mn-lt"/>
                <a:cs typeface="+mn-lt"/>
              </a:rPr>
              <a:t>Full legal names</a:t>
            </a:r>
            <a:endParaRPr lang="en-US" dirty="0">
              <a:solidFill>
                <a:schemeClr val="bg1"/>
              </a:solidFill>
            </a:endParaRPr>
          </a:p>
          <a:p>
            <a:pPr marL="285750" indent="-285750">
              <a:buFont typeface="Arial"/>
              <a:buChar char="•"/>
            </a:pPr>
            <a:r>
              <a:rPr lang="en-US" dirty="0">
                <a:solidFill>
                  <a:schemeClr val="bg1"/>
                </a:solidFill>
                <a:ea typeface="+mn-lt"/>
                <a:cs typeface="+mn-lt"/>
              </a:rPr>
              <a:t>SSNs</a:t>
            </a:r>
            <a:endParaRPr lang="en-US" dirty="0">
              <a:solidFill>
                <a:schemeClr val="bg1"/>
              </a:solidFill>
            </a:endParaRPr>
          </a:p>
          <a:p>
            <a:pPr marL="285750" indent="-285750">
              <a:buFont typeface="Arial"/>
              <a:buChar char="•"/>
            </a:pPr>
            <a:r>
              <a:rPr lang="en-US" dirty="0">
                <a:solidFill>
                  <a:schemeClr val="bg1"/>
                </a:solidFill>
                <a:ea typeface="+mn-lt"/>
                <a:cs typeface="+mn-lt"/>
              </a:rPr>
              <a:t>D.O.B</a:t>
            </a:r>
            <a:endParaRPr lang="en-US" dirty="0">
              <a:solidFill>
                <a:schemeClr val="bg1"/>
              </a:solidFill>
            </a:endParaRPr>
          </a:p>
          <a:p>
            <a:pPr marL="285750" indent="-285750">
              <a:buFont typeface="Arial"/>
              <a:buChar char="•"/>
            </a:pPr>
            <a:r>
              <a:rPr lang="en-US" dirty="0">
                <a:solidFill>
                  <a:schemeClr val="bg1"/>
                </a:solidFill>
                <a:ea typeface="+mn-lt"/>
                <a:cs typeface="+mn-lt"/>
              </a:rPr>
              <a:t>Home addresses</a:t>
            </a:r>
            <a:endParaRPr lang="en-US" dirty="0">
              <a:solidFill>
                <a:schemeClr val="bg1"/>
              </a:solidFill>
            </a:endParaRPr>
          </a:p>
          <a:p>
            <a:pPr marL="285750" indent="-285750">
              <a:buFont typeface="Arial"/>
              <a:buChar char="•"/>
            </a:pPr>
            <a:r>
              <a:rPr lang="en-US" dirty="0">
                <a:solidFill>
                  <a:schemeClr val="bg1"/>
                </a:solidFill>
                <a:ea typeface="+mn-lt"/>
                <a:cs typeface="+mn-lt"/>
              </a:rPr>
              <a:t>Driver’s license numbers</a:t>
            </a:r>
            <a:endParaRPr lang="en-US" dirty="0">
              <a:solidFill>
                <a:schemeClr val="bg1"/>
              </a:solidFill>
            </a:endParaRPr>
          </a:p>
          <a:p>
            <a:pPr marL="285750" indent="-285750">
              <a:buFont typeface="Arial"/>
              <a:buChar char="•"/>
            </a:pPr>
            <a:r>
              <a:rPr lang="en-US" dirty="0">
                <a:solidFill>
                  <a:schemeClr val="bg1"/>
                </a:solidFill>
                <a:ea typeface="+mn-lt"/>
                <a:cs typeface="+mn-lt"/>
              </a:rPr>
              <a:t>Credit card numbers of over 200,000 consumers</a:t>
            </a:r>
            <a:endParaRPr lang="en-US" dirty="0">
              <a:solidFill>
                <a:schemeClr val="bg1"/>
              </a:solidFill>
            </a:endParaRPr>
          </a:p>
          <a:p>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159430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612EE356-A629-4F1A-9BAD-E21B3B10D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8B7ED41-F3D7-4286-AD0B-B4A216D7E1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410" y="489853"/>
            <a:ext cx="3990149" cy="5858102"/>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934FF5-1F4A-469E-CF58-62C6E124D14C}"/>
              </a:ext>
            </a:extLst>
          </p:cNvPr>
          <p:cNvSpPr>
            <a:spLocks noGrp="1"/>
          </p:cNvSpPr>
          <p:nvPr>
            <p:ph type="title"/>
          </p:nvPr>
        </p:nvSpPr>
        <p:spPr>
          <a:xfrm>
            <a:off x="678955" y="976152"/>
            <a:ext cx="3555211" cy="5024920"/>
          </a:xfrm>
        </p:spPr>
        <p:txBody>
          <a:bodyPr anchor="ctr">
            <a:normAutofit/>
          </a:bodyPr>
          <a:lstStyle/>
          <a:p>
            <a:r>
              <a:rPr lang="en-US" dirty="0">
                <a:solidFill>
                  <a:schemeClr val="bg1"/>
                </a:solidFill>
              </a:rPr>
              <a:t>Timeline of Events</a:t>
            </a:r>
          </a:p>
        </p:txBody>
      </p:sp>
      <p:cxnSp>
        <p:nvCxnSpPr>
          <p:cNvPr id="25" name="Straight Connector 24">
            <a:extLst>
              <a:ext uri="{FF2B5EF4-FFF2-40B4-BE49-F238E27FC236}">
                <a16:creationId xmlns:a16="http://schemas.microsoft.com/office/drawing/2014/main" id="{0317483B-E60B-4F41-9448-D757B9FCD2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2EB44B66-1945-4638-8E9A-4F49493D7F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graphicFrame>
        <p:nvGraphicFramePr>
          <p:cNvPr id="17" name="Content Placeholder 2">
            <a:extLst>
              <a:ext uri="{FF2B5EF4-FFF2-40B4-BE49-F238E27FC236}">
                <a16:creationId xmlns:a16="http://schemas.microsoft.com/office/drawing/2014/main" id="{9170A861-2190-D8DB-CD51-1ABC51B304B6}"/>
              </a:ext>
            </a:extLst>
          </p:cNvPr>
          <p:cNvGraphicFramePr/>
          <p:nvPr>
            <p:extLst>
              <p:ext uri="{D42A27DB-BD31-4B8C-83A1-F6EECF244321}">
                <p14:modId xmlns:p14="http://schemas.microsoft.com/office/powerpoint/2010/main" val="257443564"/>
              </p:ext>
            </p:extLst>
          </p:nvPr>
        </p:nvGraphicFramePr>
        <p:xfrm>
          <a:off x="4796496" y="636527"/>
          <a:ext cx="6833175" cy="5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32001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42BF8-4ED9-F7C0-4836-1AAB2E1625FB}"/>
              </a:ext>
            </a:extLst>
          </p:cNvPr>
          <p:cNvSpPr>
            <a:spLocks noGrp="1"/>
          </p:cNvSpPr>
          <p:nvPr>
            <p:ph type="title"/>
          </p:nvPr>
        </p:nvSpPr>
        <p:spPr/>
        <p:txBody>
          <a:bodyPr/>
          <a:lstStyle/>
          <a:p>
            <a:r>
              <a:rPr lang="en-US" dirty="0">
                <a:solidFill>
                  <a:schemeClr val="bg1"/>
                </a:solidFill>
              </a:rPr>
              <a:t>How the Equifax attack worked</a:t>
            </a:r>
          </a:p>
        </p:txBody>
      </p:sp>
      <p:sp>
        <p:nvSpPr>
          <p:cNvPr id="3" name="Content Placeholder 2">
            <a:extLst>
              <a:ext uri="{FF2B5EF4-FFF2-40B4-BE49-F238E27FC236}">
                <a16:creationId xmlns:a16="http://schemas.microsoft.com/office/drawing/2014/main" id="{8A460DBA-53BE-B97A-F043-3358FC9844B3}"/>
              </a:ext>
            </a:extLst>
          </p:cNvPr>
          <p:cNvSpPr>
            <a:spLocks noGrp="1"/>
          </p:cNvSpPr>
          <p:nvPr>
            <p:ph sz="half" idx="1"/>
          </p:nvPr>
        </p:nvSpPr>
        <p:spPr>
          <a:xfrm>
            <a:off x="322944" y="3103130"/>
            <a:ext cx="2726150" cy="2761774"/>
          </a:xfrm>
        </p:spPr>
        <p:txBody>
          <a:bodyPr vert="horz" lIns="91440" tIns="45720" rIns="91440" bIns="45720" rtlCol="0" anchor="t">
            <a:noAutofit/>
          </a:bodyPr>
          <a:lstStyle/>
          <a:p>
            <a:r>
              <a:rPr lang="en-US" sz="1800" b="1" dirty="0">
                <a:solidFill>
                  <a:schemeClr val="bg1"/>
                </a:solidFill>
              </a:rPr>
              <a:t>1. Initial Entry</a:t>
            </a:r>
            <a:endParaRPr lang="en-US" sz="1800">
              <a:solidFill>
                <a:schemeClr val="bg1"/>
              </a:solidFill>
            </a:endParaRPr>
          </a:p>
          <a:p>
            <a:r>
              <a:rPr lang="en-US" sz="1800" dirty="0">
                <a:solidFill>
                  <a:schemeClr val="bg1"/>
                </a:solidFill>
                <a:ea typeface="+mn-lt"/>
                <a:cs typeface="+mn-lt"/>
              </a:rPr>
              <a:t>Hackers exploited a </a:t>
            </a:r>
            <a:r>
              <a:rPr lang="en-US" sz="1800" b="1" dirty="0">
                <a:solidFill>
                  <a:schemeClr val="bg1"/>
                </a:solidFill>
                <a:ea typeface="+mn-lt"/>
                <a:cs typeface="+mn-lt"/>
              </a:rPr>
              <a:t>Remote Code Execution (RCE) </a:t>
            </a:r>
            <a:r>
              <a:rPr lang="en-US" sz="1800" dirty="0">
                <a:solidFill>
                  <a:schemeClr val="bg1"/>
                </a:solidFill>
                <a:ea typeface="+mn-lt"/>
                <a:cs typeface="+mn-lt"/>
              </a:rPr>
              <a:t>flaw in the </a:t>
            </a:r>
            <a:r>
              <a:rPr lang="en-US" sz="1800" b="1" dirty="0">
                <a:solidFill>
                  <a:schemeClr val="bg1"/>
                </a:solidFill>
                <a:ea typeface="+mn-lt"/>
                <a:cs typeface="+mn-lt"/>
              </a:rPr>
              <a:t>Apache Struts</a:t>
            </a:r>
            <a:r>
              <a:rPr lang="en-US" sz="1800" dirty="0">
                <a:solidFill>
                  <a:schemeClr val="bg1"/>
                </a:solidFill>
                <a:ea typeface="+mn-lt"/>
                <a:cs typeface="+mn-lt"/>
              </a:rPr>
              <a:t> web application framework used by Equifax’s consumer dispute portal allowing them to run commands on the server.</a:t>
            </a:r>
            <a:endParaRPr lang="en-US" sz="1800">
              <a:solidFill>
                <a:schemeClr val="bg1"/>
              </a:solidFill>
            </a:endParaRPr>
          </a:p>
          <a:p>
            <a:endParaRPr lang="en-US" b="1" dirty="0">
              <a:solidFill>
                <a:schemeClr val="bg1"/>
              </a:solidFill>
            </a:endParaRPr>
          </a:p>
          <a:p>
            <a:endParaRPr lang="en-US" dirty="0">
              <a:solidFill>
                <a:schemeClr val="bg1"/>
              </a:solidFill>
            </a:endParaRPr>
          </a:p>
        </p:txBody>
      </p:sp>
      <p:sp>
        <p:nvSpPr>
          <p:cNvPr id="4" name="Content Placeholder 3">
            <a:extLst>
              <a:ext uri="{FF2B5EF4-FFF2-40B4-BE49-F238E27FC236}">
                <a16:creationId xmlns:a16="http://schemas.microsoft.com/office/drawing/2014/main" id="{952FE1F5-3332-B5A8-89D0-25D9009A6246}"/>
              </a:ext>
            </a:extLst>
          </p:cNvPr>
          <p:cNvSpPr>
            <a:spLocks noGrp="1"/>
          </p:cNvSpPr>
          <p:nvPr>
            <p:ph sz="half" idx="2"/>
          </p:nvPr>
        </p:nvSpPr>
        <p:spPr>
          <a:xfrm>
            <a:off x="3047006" y="3103131"/>
            <a:ext cx="2472151" cy="2523250"/>
          </a:xfrm>
        </p:spPr>
        <p:txBody>
          <a:bodyPr vert="horz" lIns="91440" tIns="45720" rIns="91440" bIns="45720" rtlCol="0" anchor="t">
            <a:noAutofit/>
          </a:bodyPr>
          <a:lstStyle/>
          <a:p>
            <a:r>
              <a:rPr lang="en-US" sz="1800" b="1" dirty="0">
                <a:solidFill>
                  <a:schemeClr val="bg1"/>
                </a:solidFill>
              </a:rPr>
              <a:t>2. Privilege Escalation</a:t>
            </a:r>
            <a:endParaRPr lang="en-US" sz="1800">
              <a:solidFill>
                <a:schemeClr val="bg1"/>
              </a:solidFill>
            </a:endParaRPr>
          </a:p>
          <a:p>
            <a:r>
              <a:rPr lang="en-US" sz="1800" dirty="0">
                <a:solidFill>
                  <a:schemeClr val="bg1"/>
                </a:solidFill>
                <a:ea typeface="+mn-lt"/>
                <a:cs typeface="+mn-lt"/>
              </a:rPr>
              <a:t>Once inside, attackers increased their access rights due to </a:t>
            </a:r>
            <a:r>
              <a:rPr lang="en-US" sz="1800" b="1" dirty="0">
                <a:solidFill>
                  <a:schemeClr val="bg1"/>
                </a:solidFill>
                <a:ea typeface="+mn-lt"/>
                <a:cs typeface="+mn-lt"/>
              </a:rPr>
              <a:t>weak access controls</a:t>
            </a:r>
            <a:r>
              <a:rPr lang="en-US" sz="1800" dirty="0">
                <a:solidFill>
                  <a:schemeClr val="bg1"/>
                </a:solidFill>
                <a:ea typeface="+mn-lt"/>
                <a:cs typeface="+mn-lt"/>
              </a:rPr>
              <a:t>, enabling them to reach deeper internal systems beyond the initial entry point.</a:t>
            </a:r>
            <a:endParaRPr lang="en-US" sz="1800">
              <a:solidFill>
                <a:schemeClr val="bg1"/>
              </a:solidFill>
            </a:endParaRPr>
          </a:p>
          <a:p>
            <a:endParaRPr lang="en-US" dirty="0">
              <a:solidFill>
                <a:schemeClr val="bg1"/>
              </a:solidFill>
            </a:endParaRPr>
          </a:p>
        </p:txBody>
      </p:sp>
      <p:sp>
        <p:nvSpPr>
          <p:cNvPr id="6" name="TextBox 5">
            <a:extLst>
              <a:ext uri="{FF2B5EF4-FFF2-40B4-BE49-F238E27FC236}">
                <a16:creationId xmlns:a16="http://schemas.microsoft.com/office/drawing/2014/main" id="{612E5C92-32C5-875D-8ECA-1FE0CB60EB76}"/>
              </a:ext>
            </a:extLst>
          </p:cNvPr>
          <p:cNvSpPr txBox="1"/>
          <p:nvPr/>
        </p:nvSpPr>
        <p:spPr>
          <a:xfrm>
            <a:off x="5518663" y="3106013"/>
            <a:ext cx="2728249"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rPr>
              <a:t>3. Lateral Movement</a:t>
            </a:r>
            <a:endParaRPr lang="en-US" dirty="0">
              <a:solidFill>
                <a:schemeClr val="bg1"/>
              </a:solidFill>
            </a:endParaRPr>
          </a:p>
          <a:p>
            <a:r>
              <a:rPr lang="en-US" dirty="0">
                <a:solidFill>
                  <a:schemeClr val="bg1"/>
                </a:solidFill>
                <a:ea typeface="+mn-lt"/>
                <a:cs typeface="+mn-lt"/>
              </a:rPr>
              <a:t>Attackers navigated across Equifax’s network using </a:t>
            </a:r>
            <a:r>
              <a:rPr lang="en-US" b="1" dirty="0">
                <a:solidFill>
                  <a:schemeClr val="bg1"/>
                </a:solidFill>
                <a:ea typeface="+mn-lt"/>
                <a:cs typeface="+mn-lt"/>
              </a:rPr>
              <a:t>credential harvesting and internal scanning</a:t>
            </a:r>
            <a:r>
              <a:rPr lang="en-US" dirty="0">
                <a:solidFill>
                  <a:schemeClr val="bg1"/>
                </a:solidFill>
                <a:ea typeface="+mn-lt"/>
                <a:cs typeface="+mn-lt"/>
              </a:rPr>
              <a:t>. Poor </a:t>
            </a:r>
            <a:r>
              <a:rPr lang="en-US" b="1" dirty="0">
                <a:solidFill>
                  <a:schemeClr val="bg1"/>
                </a:solidFill>
                <a:ea typeface="+mn-lt"/>
                <a:cs typeface="+mn-lt"/>
              </a:rPr>
              <a:t>network segmentation</a:t>
            </a:r>
            <a:r>
              <a:rPr lang="en-US" dirty="0">
                <a:solidFill>
                  <a:schemeClr val="bg1"/>
                </a:solidFill>
                <a:ea typeface="+mn-lt"/>
                <a:cs typeface="+mn-lt"/>
              </a:rPr>
              <a:t> allowed easy movement between systems and databases.</a:t>
            </a:r>
            <a:endParaRPr lang="en-US" dirty="0">
              <a:solidFill>
                <a:schemeClr val="bg1"/>
              </a:solidFill>
            </a:endParaRPr>
          </a:p>
          <a:p>
            <a:pPr algn="l"/>
            <a:endParaRPr lang="en-US" dirty="0">
              <a:solidFill>
                <a:schemeClr val="bg1"/>
              </a:solidFill>
            </a:endParaRPr>
          </a:p>
        </p:txBody>
      </p:sp>
      <p:sp>
        <p:nvSpPr>
          <p:cNvPr id="7" name="TextBox 6">
            <a:extLst>
              <a:ext uri="{FF2B5EF4-FFF2-40B4-BE49-F238E27FC236}">
                <a16:creationId xmlns:a16="http://schemas.microsoft.com/office/drawing/2014/main" id="{031B3E32-080F-A670-ACF7-2C96F9B9DDB5}"/>
              </a:ext>
            </a:extLst>
          </p:cNvPr>
          <p:cNvSpPr txBox="1"/>
          <p:nvPr/>
        </p:nvSpPr>
        <p:spPr>
          <a:xfrm>
            <a:off x="8235808" y="3095171"/>
            <a:ext cx="3244599"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rPr>
              <a:t>4. Data Extraction &amp; Evasion</a:t>
            </a:r>
            <a:endParaRPr lang="en-US" dirty="0">
              <a:solidFill>
                <a:schemeClr val="bg1"/>
              </a:solidFill>
            </a:endParaRPr>
          </a:p>
          <a:p>
            <a:r>
              <a:rPr lang="en-US" dirty="0">
                <a:solidFill>
                  <a:schemeClr val="bg1"/>
                </a:solidFill>
                <a:ea typeface="+mn-lt"/>
                <a:cs typeface="+mn-lt"/>
              </a:rPr>
              <a:t>Hackers located sensitive databases where data was </a:t>
            </a:r>
            <a:r>
              <a:rPr lang="en-US" b="1" dirty="0">
                <a:solidFill>
                  <a:schemeClr val="bg1"/>
                </a:solidFill>
                <a:ea typeface="+mn-lt"/>
                <a:cs typeface="+mn-lt"/>
              </a:rPr>
              <a:t>stored unencrypted</a:t>
            </a:r>
            <a:r>
              <a:rPr lang="en-US" dirty="0">
                <a:solidFill>
                  <a:schemeClr val="bg1"/>
                </a:solidFill>
                <a:ea typeface="+mn-lt"/>
                <a:cs typeface="+mn-lt"/>
              </a:rPr>
              <a:t> and extracted information in </a:t>
            </a:r>
            <a:r>
              <a:rPr lang="en-US" b="1" dirty="0">
                <a:solidFill>
                  <a:schemeClr val="bg1"/>
                </a:solidFill>
                <a:ea typeface="+mn-lt"/>
                <a:cs typeface="+mn-lt"/>
              </a:rPr>
              <a:t>small encrypted packets disguised as normal traffic</a:t>
            </a:r>
            <a:r>
              <a:rPr lang="en-US" dirty="0">
                <a:solidFill>
                  <a:schemeClr val="bg1"/>
                </a:solidFill>
                <a:ea typeface="+mn-lt"/>
                <a:cs typeface="+mn-lt"/>
              </a:rPr>
              <a:t>. Ineffective monitoring allowed the activity to go unnoticed for over two months.</a:t>
            </a:r>
            <a:endParaRPr lang="en-US" dirty="0">
              <a:solidFill>
                <a:schemeClr val="bg1"/>
              </a:solidFill>
            </a:endParaRPr>
          </a:p>
          <a:p>
            <a:pPr algn="l"/>
            <a:endParaRPr lang="en-US" dirty="0">
              <a:solidFill>
                <a:schemeClr val="bg1"/>
              </a:solidFill>
            </a:endParaRPr>
          </a:p>
        </p:txBody>
      </p:sp>
    </p:spTree>
    <p:extLst>
      <p:ext uri="{BB962C8B-B14F-4D97-AF65-F5344CB8AC3E}">
        <p14:creationId xmlns:p14="http://schemas.microsoft.com/office/powerpoint/2010/main" val="1177212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01555-5F39-1FC7-7CE8-1E6A233C7F1E}"/>
              </a:ext>
            </a:extLst>
          </p:cNvPr>
          <p:cNvSpPr>
            <a:spLocks noGrp="1"/>
          </p:cNvSpPr>
          <p:nvPr>
            <p:ph type="title"/>
          </p:nvPr>
        </p:nvSpPr>
        <p:spPr/>
        <p:txBody>
          <a:bodyPr/>
          <a:lstStyle/>
          <a:p>
            <a:r>
              <a:rPr lang="en-US" dirty="0">
                <a:solidFill>
                  <a:schemeClr val="bg1"/>
                </a:solidFill>
                <a:ea typeface="+mj-lt"/>
                <a:cs typeface="+mj-lt"/>
              </a:rPr>
              <a:t>Lessons Learned, Attackers Revealed &amp; Outcome</a:t>
            </a:r>
            <a:endParaRPr lang="en-US" dirty="0">
              <a:solidFill>
                <a:schemeClr val="bg1"/>
              </a:solidFill>
            </a:endParaRPr>
          </a:p>
        </p:txBody>
      </p:sp>
      <p:sp>
        <p:nvSpPr>
          <p:cNvPr id="3" name="Content Placeholder 2">
            <a:extLst>
              <a:ext uri="{FF2B5EF4-FFF2-40B4-BE49-F238E27FC236}">
                <a16:creationId xmlns:a16="http://schemas.microsoft.com/office/drawing/2014/main" id="{C37C31E3-72CC-7B64-CEEC-FAD0A2A59DCE}"/>
              </a:ext>
            </a:extLst>
          </p:cNvPr>
          <p:cNvSpPr>
            <a:spLocks noGrp="1"/>
          </p:cNvSpPr>
          <p:nvPr>
            <p:ph sz="half" idx="1"/>
          </p:nvPr>
        </p:nvSpPr>
        <p:spPr>
          <a:xfrm>
            <a:off x="214086" y="3016045"/>
            <a:ext cx="5004893" cy="3240745"/>
          </a:xfrm>
        </p:spPr>
        <p:txBody>
          <a:bodyPr vert="horz" lIns="91440" tIns="45720" rIns="91440" bIns="45720" rtlCol="0" anchor="t">
            <a:noAutofit/>
          </a:bodyPr>
          <a:lstStyle/>
          <a:p>
            <a:pPr marL="274320" indent="-274320">
              <a:lnSpc>
                <a:spcPct val="130000"/>
              </a:lnSpc>
              <a:buSzPct val="85000"/>
              <a:buChar char="•"/>
            </a:pPr>
            <a:r>
              <a:rPr lang="en-US" sz="1200" b="1" dirty="0">
                <a:solidFill>
                  <a:srgbClr val="FFFFFF"/>
                </a:solidFill>
                <a:latin typeface="Seaford"/>
              </a:rPr>
              <a:t>Lessons Learned</a:t>
            </a:r>
          </a:p>
          <a:p>
            <a:pPr marL="285750" indent="-285750">
              <a:lnSpc>
                <a:spcPct val="130000"/>
              </a:lnSpc>
              <a:buSzPct val="85000"/>
              <a:buFont typeface="Arial"/>
              <a:buChar char="•"/>
            </a:pPr>
            <a:r>
              <a:rPr lang="en-US" sz="1200" b="1" dirty="0">
                <a:solidFill>
                  <a:srgbClr val="FFFFFF"/>
                </a:solidFill>
                <a:latin typeface="Seaford"/>
                <a:ea typeface="+mn-lt"/>
                <a:cs typeface="+mn-lt"/>
              </a:rPr>
              <a:t>Apply critical security patches immediately and verify completion.</a:t>
            </a:r>
            <a:endParaRPr lang="en-US" sz="1200" b="1" dirty="0">
              <a:solidFill>
                <a:srgbClr val="FFFFFF"/>
              </a:solidFill>
              <a:latin typeface="Seaford"/>
            </a:endParaRPr>
          </a:p>
          <a:p>
            <a:pPr marL="285750" indent="-285750">
              <a:lnSpc>
                <a:spcPct val="130000"/>
              </a:lnSpc>
              <a:buSzPct val="85000"/>
              <a:buFont typeface="Arial"/>
              <a:buChar char="•"/>
            </a:pPr>
            <a:r>
              <a:rPr lang="en-US" sz="1200" b="1" dirty="0">
                <a:solidFill>
                  <a:srgbClr val="FFFFFF"/>
                </a:solidFill>
                <a:latin typeface="Seaford"/>
                <a:ea typeface="+mn-lt"/>
                <a:cs typeface="+mn-lt"/>
              </a:rPr>
              <a:t>Strengthen vulnerability management and real-time monitoring systems.</a:t>
            </a:r>
            <a:endParaRPr lang="en-US" sz="1200" b="1" dirty="0">
              <a:solidFill>
                <a:srgbClr val="FFFFFF"/>
              </a:solidFill>
              <a:latin typeface="Seaford"/>
            </a:endParaRPr>
          </a:p>
          <a:p>
            <a:pPr marL="285750" indent="-285750">
              <a:lnSpc>
                <a:spcPct val="130000"/>
              </a:lnSpc>
              <a:buSzPct val="85000"/>
              <a:buFont typeface="Arial"/>
              <a:buChar char="•"/>
            </a:pPr>
            <a:r>
              <a:rPr lang="en-US" sz="1200" b="1" dirty="0">
                <a:solidFill>
                  <a:srgbClr val="FFFFFF"/>
                </a:solidFill>
                <a:latin typeface="Seaford"/>
                <a:ea typeface="+mn-lt"/>
                <a:cs typeface="+mn-lt"/>
              </a:rPr>
              <a:t>Encrypt sensitive data at rest and in transit to prevent readable theft.</a:t>
            </a:r>
            <a:endParaRPr lang="en-US" sz="1200" b="1" dirty="0">
              <a:solidFill>
                <a:srgbClr val="FFFFFF"/>
              </a:solidFill>
              <a:latin typeface="Seaford"/>
            </a:endParaRPr>
          </a:p>
          <a:p>
            <a:pPr marL="285750" indent="-285750">
              <a:lnSpc>
                <a:spcPct val="130000"/>
              </a:lnSpc>
              <a:buSzPct val="85000"/>
              <a:buFont typeface="Arial"/>
              <a:buChar char="•"/>
            </a:pPr>
            <a:r>
              <a:rPr lang="en-US" sz="1200" b="1" dirty="0">
                <a:solidFill>
                  <a:srgbClr val="FFFFFF"/>
                </a:solidFill>
                <a:latin typeface="Seaford"/>
                <a:ea typeface="+mn-lt"/>
                <a:cs typeface="+mn-lt"/>
              </a:rPr>
              <a:t>Maintain active security certificates and improve detection visibility.</a:t>
            </a:r>
            <a:endParaRPr lang="en-US" sz="1200" b="1" dirty="0">
              <a:solidFill>
                <a:srgbClr val="FFFFFF"/>
              </a:solidFill>
              <a:latin typeface="Seaford"/>
            </a:endParaRPr>
          </a:p>
          <a:p>
            <a:pPr marL="285750" indent="-285750">
              <a:lnSpc>
                <a:spcPct val="130000"/>
              </a:lnSpc>
              <a:buSzPct val="85000"/>
              <a:buFont typeface="Arial"/>
              <a:buChar char="•"/>
            </a:pPr>
            <a:r>
              <a:rPr lang="en-US" sz="1200" b="1" dirty="0">
                <a:solidFill>
                  <a:srgbClr val="FFFFFF"/>
                </a:solidFill>
                <a:latin typeface="Seaford"/>
                <a:ea typeface="+mn-lt"/>
                <a:cs typeface="+mn-lt"/>
              </a:rPr>
              <a:t>Perform regular penetration testing &amp; enforce strong incident response planning.</a:t>
            </a:r>
            <a:endParaRPr lang="en-US" sz="1200" b="1" dirty="0">
              <a:solidFill>
                <a:srgbClr val="FFFFFF"/>
              </a:solidFill>
              <a:latin typeface="Seaford"/>
            </a:endParaRPr>
          </a:p>
          <a:p>
            <a:pPr marL="274320" indent="-274320">
              <a:lnSpc>
                <a:spcPct val="130000"/>
              </a:lnSpc>
              <a:buSzPct val="85000"/>
              <a:buChar char="•"/>
            </a:pPr>
            <a:endParaRPr lang="en-US" sz="1100" b="1" dirty="0">
              <a:solidFill>
                <a:srgbClr val="FFFFFF"/>
              </a:solidFill>
              <a:latin typeface="Seaford"/>
            </a:endParaRPr>
          </a:p>
        </p:txBody>
      </p:sp>
      <p:sp>
        <p:nvSpPr>
          <p:cNvPr id="4" name="Content Placeholder 3">
            <a:extLst>
              <a:ext uri="{FF2B5EF4-FFF2-40B4-BE49-F238E27FC236}">
                <a16:creationId xmlns:a16="http://schemas.microsoft.com/office/drawing/2014/main" id="{49B6DAE2-1F22-8324-2773-DCCFB91BF139}"/>
              </a:ext>
            </a:extLst>
          </p:cNvPr>
          <p:cNvSpPr>
            <a:spLocks noGrp="1"/>
          </p:cNvSpPr>
          <p:nvPr>
            <p:ph sz="half" idx="2"/>
          </p:nvPr>
        </p:nvSpPr>
        <p:spPr>
          <a:xfrm>
            <a:off x="5224149" y="3103131"/>
            <a:ext cx="2515694" cy="2899660"/>
          </a:xfrm>
        </p:spPr>
        <p:txBody>
          <a:bodyPr vert="horz" lIns="91440" tIns="45720" rIns="91440" bIns="45720" rtlCol="0" anchor="t">
            <a:normAutofit fontScale="55000" lnSpcReduction="20000"/>
          </a:bodyPr>
          <a:lstStyle/>
          <a:p>
            <a:r>
              <a:rPr lang="en-US" b="1" dirty="0">
                <a:solidFill>
                  <a:schemeClr val="bg1"/>
                </a:solidFill>
              </a:rPr>
              <a:t>Attackers Revealed</a:t>
            </a:r>
            <a:endParaRPr lang="en-US" dirty="0">
              <a:solidFill>
                <a:schemeClr val="bg1"/>
              </a:solidFill>
            </a:endParaRPr>
          </a:p>
          <a:p>
            <a:pPr marL="285750" indent="-285750">
              <a:buFont typeface="Arial"/>
              <a:buChar char="•"/>
            </a:pPr>
            <a:r>
              <a:rPr lang="en-US" dirty="0">
                <a:solidFill>
                  <a:schemeClr val="bg1"/>
                </a:solidFill>
                <a:ea typeface="+mn-lt"/>
                <a:cs typeface="+mn-lt"/>
              </a:rPr>
              <a:t>Attack attributed to a state-sponsored </a:t>
            </a:r>
            <a:r>
              <a:rPr lang="en-US" b="1" dirty="0">
                <a:solidFill>
                  <a:schemeClr val="bg1"/>
                </a:solidFill>
                <a:ea typeface="+mn-lt"/>
                <a:cs typeface="+mn-lt"/>
              </a:rPr>
              <a:t>Chinese military hacking group.</a:t>
            </a:r>
            <a:endParaRPr lang="en-US" b="1" dirty="0">
              <a:solidFill>
                <a:schemeClr val="bg1"/>
              </a:solidFill>
            </a:endParaRPr>
          </a:p>
          <a:p>
            <a:pPr marL="285750" indent="-285750">
              <a:buFont typeface="Arial"/>
              <a:buChar char="•"/>
            </a:pPr>
            <a:r>
              <a:rPr lang="en-US" b="1" dirty="0">
                <a:solidFill>
                  <a:schemeClr val="bg1"/>
                </a:solidFill>
                <a:ea typeface="+mn-lt"/>
                <a:cs typeface="+mn-lt"/>
              </a:rPr>
              <a:t>February 2020:</a:t>
            </a:r>
            <a:r>
              <a:rPr lang="en-US" dirty="0">
                <a:solidFill>
                  <a:schemeClr val="bg1"/>
                </a:solidFill>
                <a:ea typeface="+mn-lt"/>
                <a:cs typeface="+mn-lt"/>
              </a:rPr>
              <a:t> U.S. DOJ indicted four members of the</a:t>
            </a:r>
            <a:r>
              <a:rPr lang="en-US" b="1" dirty="0">
                <a:solidFill>
                  <a:schemeClr val="bg1"/>
                </a:solidFill>
                <a:ea typeface="+mn-lt"/>
                <a:cs typeface="+mn-lt"/>
              </a:rPr>
              <a:t> </a:t>
            </a:r>
            <a:r>
              <a:rPr lang="en-US" dirty="0">
                <a:solidFill>
                  <a:schemeClr val="bg1"/>
                </a:solidFill>
                <a:ea typeface="+mn-lt"/>
                <a:cs typeface="+mn-lt"/>
              </a:rPr>
              <a:t>Chinese People’s Liberation Army (PLA).</a:t>
            </a:r>
            <a:endParaRPr lang="en-US" dirty="0">
              <a:solidFill>
                <a:schemeClr val="bg1"/>
              </a:solidFill>
            </a:endParaRPr>
          </a:p>
          <a:p>
            <a:pPr marL="342900" indent="-342900">
              <a:buFont typeface="Arial"/>
              <a:buChar char="•"/>
            </a:pPr>
            <a:r>
              <a:rPr lang="en-US" dirty="0">
                <a:solidFill>
                  <a:schemeClr val="bg1"/>
                </a:solidFill>
                <a:ea typeface="+mn-lt"/>
                <a:cs typeface="+mn-lt"/>
              </a:rPr>
              <a:t>The theft was believed to be because they wanted to </a:t>
            </a:r>
            <a:r>
              <a:rPr lang="en-US" b="1" dirty="0">
                <a:solidFill>
                  <a:schemeClr val="bg1"/>
                </a:solidFill>
                <a:ea typeface="+mn-lt"/>
                <a:cs typeface="+mn-lt"/>
              </a:rPr>
              <a:t>use the data for government spying </a:t>
            </a:r>
            <a:r>
              <a:rPr lang="en-US" dirty="0">
                <a:solidFill>
                  <a:schemeClr val="bg1"/>
                </a:solidFill>
                <a:ea typeface="+mn-lt"/>
                <a:cs typeface="+mn-lt"/>
              </a:rPr>
              <a:t>and to </a:t>
            </a:r>
            <a:r>
              <a:rPr lang="en-US" b="1" dirty="0">
                <a:solidFill>
                  <a:schemeClr val="bg1"/>
                </a:solidFill>
                <a:ea typeface="+mn-lt"/>
                <a:cs typeface="+mn-lt"/>
              </a:rPr>
              <a:t>gather information on U.S. citizens</a:t>
            </a:r>
            <a:r>
              <a:rPr lang="en-US" dirty="0">
                <a:solidFill>
                  <a:schemeClr val="bg1"/>
                </a:solidFill>
                <a:ea typeface="+mn-lt"/>
                <a:cs typeface="+mn-lt"/>
              </a:rPr>
              <a:t> for intelligence purposes.</a:t>
            </a:r>
          </a:p>
          <a:p>
            <a:pPr marL="285750" indent="-285750">
              <a:buFont typeface="Arial"/>
              <a:buChar char="•"/>
            </a:pPr>
            <a:endParaRPr lang="en-US" dirty="0">
              <a:solidFill>
                <a:schemeClr val="bg1"/>
              </a:solidFill>
            </a:endParaRPr>
          </a:p>
          <a:p>
            <a:endParaRPr lang="en-US" dirty="0">
              <a:solidFill>
                <a:schemeClr val="bg1"/>
              </a:solidFill>
            </a:endParaRPr>
          </a:p>
        </p:txBody>
      </p:sp>
      <p:sp>
        <p:nvSpPr>
          <p:cNvPr id="5" name="TextBox 4">
            <a:extLst>
              <a:ext uri="{FF2B5EF4-FFF2-40B4-BE49-F238E27FC236}">
                <a16:creationId xmlns:a16="http://schemas.microsoft.com/office/drawing/2014/main" id="{ADC00D26-77A1-6722-6300-CB1E10AF2B1F}"/>
              </a:ext>
            </a:extLst>
          </p:cNvPr>
          <p:cNvSpPr txBox="1"/>
          <p:nvPr/>
        </p:nvSpPr>
        <p:spPr>
          <a:xfrm>
            <a:off x="7870370" y="3106056"/>
            <a:ext cx="3918857" cy="2492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dirty="0">
                <a:solidFill>
                  <a:schemeClr val="bg1"/>
                </a:solidFill>
              </a:rPr>
              <a:t>Outcome</a:t>
            </a:r>
            <a:endParaRPr lang="en-US" sz="1300">
              <a:solidFill>
                <a:schemeClr val="bg1"/>
              </a:solidFill>
            </a:endParaRPr>
          </a:p>
          <a:p>
            <a:pPr marL="285750" indent="-285750">
              <a:buFont typeface="Arial"/>
              <a:buChar char="•"/>
            </a:pPr>
            <a:r>
              <a:rPr lang="en-US" sz="1300" b="1" dirty="0">
                <a:solidFill>
                  <a:schemeClr val="bg1"/>
                </a:solidFill>
                <a:ea typeface="+mn-lt"/>
                <a:cs typeface="+mn-lt"/>
              </a:rPr>
              <a:t>147 million Americans</a:t>
            </a:r>
            <a:r>
              <a:rPr lang="en-US" sz="1300" dirty="0">
                <a:solidFill>
                  <a:schemeClr val="bg1"/>
                </a:solidFill>
                <a:ea typeface="+mn-lt"/>
                <a:cs typeface="+mn-lt"/>
              </a:rPr>
              <a:t> affected — one of the largest data breaches in history.</a:t>
            </a:r>
            <a:endParaRPr lang="en-US" sz="1300">
              <a:solidFill>
                <a:schemeClr val="bg1"/>
              </a:solidFill>
            </a:endParaRPr>
          </a:p>
          <a:p>
            <a:pPr marL="285750" indent="-285750">
              <a:buFont typeface="Arial"/>
              <a:buChar char="•"/>
            </a:pPr>
            <a:r>
              <a:rPr lang="en-US" sz="1300" dirty="0">
                <a:solidFill>
                  <a:schemeClr val="bg1"/>
                </a:solidFill>
                <a:ea typeface="+mn-lt"/>
                <a:cs typeface="+mn-lt"/>
              </a:rPr>
              <a:t>Severe reputational damage and loss of public trust.</a:t>
            </a:r>
            <a:endParaRPr lang="en-US" sz="1300">
              <a:solidFill>
                <a:schemeClr val="bg1"/>
              </a:solidFill>
            </a:endParaRPr>
          </a:p>
          <a:p>
            <a:pPr marL="285750" indent="-285750">
              <a:buFont typeface="Arial"/>
              <a:buChar char="•"/>
            </a:pPr>
            <a:r>
              <a:rPr lang="en-US" sz="1300" b="1" dirty="0">
                <a:solidFill>
                  <a:schemeClr val="bg1"/>
                </a:solidFill>
                <a:ea typeface="+mn-lt"/>
                <a:cs typeface="+mn-lt"/>
              </a:rPr>
              <a:t>$700M settlement</a:t>
            </a:r>
            <a:r>
              <a:rPr lang="en-US" sz="1300" dirty="0">
                <a:solidFill>
                  <a:schemeClr val="bg1"/>
                </a:solidFill>
                <a:ea typeface="+mn-lt"/>
                <a:cs typeface="+mn-lt"/>
              </a:rPr>
              <a:t> including free credit monitoring and identity restoration.</a:t>
            </a:r>
            <a:endParaRPr lang="en-US" sz="1300">
              <a:solidFill>
                <a:schemeClr val="bg1"/>
              </a:solidFill>
            </a:endParaRPr>
          </a:p>
          <a:p>
            <a:pPr marL="285750" indent="-285750">
              <a:buFont typeface="Arial"/>
              <a:buChar char="•"/>
            </a:pPr>
            <a:r>
              <a:rPr lang="en-US" sz="1300" b="1" dirty="0">
                <a:solidFill>
                  <a:schemeClr val="bg1"/>
                </a:solidFill>
                <a:ea typeface="+mn-lt"/>
                <a:cs typeface="+mn-lt"/>
              </a:rPr>
              <a:t>CEO, CIO, and CSO resigned</a:t>
            </a:r>
            <a:r>
              <a:rPr lang="en-US" sz="1300" dirty="0">
                <a:solidFill>
                  <a:schemeClr val="bg1"/>
                </a:solidFill>
                <a:ea typeface="+mn-lt"/>
                <a:cs typeface="+mn-lt"/>
              </a:rPr>
              <a:t>, showing leadership accountability.</a:t>
            </a:r>
            <a:endParaRPr lang="en-US" sz="1300">
              <a:solidFill>
                <a:schemeClr val="bg1"/>
              </a:solidFill>
            </a:endParaRPr>
          </a:p>
          <a:p>
            <a:pPr marL="285750" indent="-285750">
              <a:buFont typeface="Arial"/>
              <a:buChar char="•"/>
            </a:pPr>
            <a:r>
              <a:rPr lang="en-US" sz="1300" dirty="0">
                <a:solidFill>
                  <a:schemeClr val="bg1"/>
                </a:solidFill>
                <a:ea typeface="+mn-lt"/>
                <a:cs typeface="+mn-lt"/>
              </a:rPr>
              <a:t>Equifax invested </a:t>
            </a:r>
            <a:r>
              <a:rPr lang="en-US" sz="1300" b="1" dirty="0">
                <a:solidFill>
                  <a:schemeClr val="bg1"/>
                </a:solidFill>
                <a:ea typeface="+mn-lt"/>
                <a:cs typeface="+mn-lt"/>
              </a:rPr>
              <a:t>over $1.4B</a:t>
            </a:r>
            <a:r>
              <a:rPr lang="en-US" sz="1300" dirty="0">
                <a:solidFill>
                  <a:schemeClr val="bg1"/>
                </a:solidFill>
                <a:ea typeface="+mn-lt"/>
                <a:cs typeface="+mn-lt"/>
              </a:rPr>
              <a:t> in cybersecurity modernization and restructuring.</a:t>
            </a:r>
            <a:endParaRPr lang="en-US" sz="1300">
              <a:solidFill>
                <a:schemeClr val="bg1"/>
              </a:solidFill>
            </a:endParaRPr>
          </a:p>
          <a:p>
            <a:endParaRPr lang="en-US" sz="1300" dirty="0">
              <a:solidFill>
                <a:schemeClr val="bg1"/>
              </a:solidFill>
            </a:endParaRPr>
          </a:p>
        </p:txBody>
      </p:sp>
    </p:spTree>
    <p:extLst>
      <p:ext uri="{BB962C8B-B14F-4D97-AF65-F5344CB8AC3E}">
        <p14:creationId xmlns:p14="http://schemas.microsoft.com/office/powerpoint/2010/main" val="2628930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CCEDB93-4592-8B0E-BE9B-BE66CBEF07E9}"/>
              </a:ext>
            </a:extLst>
          </p:cNvPr>
          <p:cNvSpPr>
            <a:spLocks noGrp="1"/>
          </p:cNvSpPr>
          <p:nvPr>
            <p:ph type="title"/>
          </p:nvPr>
        </p:nvSpPr>
        <p:spPr>
          <a:xfrm>
            <a:off x="482601" y="976160"/>
            <a:ext cx="5189964" cy="2237925"/>
          </a:xfrm>
        </p:spPr>
        <p:txBody>
          <a:bodyPr>
            <a:normAutofit/>
          </a:bodyPr>
          <a:lstStyle/>
          <a:p>
            <a:r>
              <a:rPr lang="en-US" dirty="0">
                <a:solidFill>
                  <a:schemeClr val="bg1"/>
                </a:solidFill>
              </a:rPr>
              <a:t>Conclusion</a:t>
            </a:r>
          </a:p>
        </p:txBody>
      </p:sp>
      <p:sp>
        <p:nvSpPr>
          <p:cNvPr id="3" name="Content Placeholder 2">
            <a:extLst>
              <a:ext uri="{FF2B5EF4-FFF2-40B4-BE49-F238E27FC236}">
                <a16:creationId xmlns:a16="http://schemas.microsoft.com/office/drawing/2014/main" id="{0777D87D-46DB-9308-FE65-BD6C7DFA0592}"/>
              </a:ext>
            </a:extLst>
          </p:cNvPr>
          <p:cNvSpPr>
            <a:spLocks noGrp="1"/>
          </p:cNvSpPr>
          <p:nvPr>
            <p:ph idx="1"/>
          </p:nvPr>
        </p:nvSpPr>
        <p:spPr>
          <a:xfrm>
            <a:off x="482600" y="3408254"/>
            <a:ext cx="5189963" cy="2470031"/>
          </a:xfrm>
        </p:spPr>
        <p:txBody>
          <a:bodyPr vert="horz" lIns="91440" tIns="45720" rIns="91440" bIns="45720" rtlCol="0" anchor="t">
            <a:normAutofit/>
          </a:bodyPr>
          <a:lstStyle/>
          <a:p>
            <a:pPr>
              <a:lnSpc>
                <a:spcPct val="90000"/>
              </a:lnSpc>
            </a:pPr>
            <a:r>
              <a:rPr lang="en-US" sz="1700" dirty="0">
                <a:solidFill>
                  <a:schemeClr val="bg1"/>
                </a:solidFill>
                <a:ea typeface="+mn-lt"/>
                <a:cs typeface="+mn-lt"/>
              </a:rPr>
              <a:t>Cybersecurity breaches show how even one weak point can lead to major consequences for organizations and the public. The OPM and Equifax cases reveal how attackers can slip into systems, move unnoticed, and steal highly sensitive information. These events highlight the need for strong security practices like timely patching, encryption, and continuous monitoring. Protecting data is an ongoing responsibility that affects businesses, government, and everyday individuals.</a:t>
            </a:r>
            <a:endParaRPr lang="en-US" sz="1700" dirty="0">
              <a:solidFill>
                <a:schemeClr val="bg1"/>
              </a:solidFill>
            </a:endParaRPr>
          </a:p>
        </p:txBody>
      </p:sp>
      <p:pic>
        <p:nvPicPr>
          <p:cNvPr id="4" name="Picture 3" descr="What Are the Ramifications of a Data Security Breach?">
            <a:extLst>
              <a:ext uri="{FF2B5EF4-FFF2-40B4-BE49-F238E27FC236}">
                <a16:creationId xmlns:a16="http://schemas.microsoft.com/office/drawing/2014/main" id="{E7DE2A78-4B97-FF9B-A830-25554A48BF41}"/>
              </a:ext>
            </a:extLst>
          </p:cNvPr>
          <p:cNvPicPr>
            <a:picLocks noChangeAspect="1"/>
          </p:cNvPicPr>
          <p:nvPr/>
        </p:nvPicPr>
        <p:blipFill>
          <a:blip r:embed="rId2">
            <a:alphaModFix/>
          </a:blip>
          <a:srcRect l="17731" r="27669" b="1"/>
          <a:stretch>
            <a:fillRect/>
          </a:stretch>
        </p:blipFill>
        <p:spPr>
          <a:xfrm>
            <a:off x="6280340" y="489856"/>
            <a:ext cx="5349331" cy="5878282"/>
          </a:xfrm>
          <a:prstGeom prst="rect">
            <a:avLst/>
          </a:prstGeom>
        </p:spPr>
      </p:pic>
      <p:cxnSp>
        <p:nvCxnSpPr>
          <p:cNvPr id="22" name="Straight Connector 21">
            <a:extLst>
              <a:ext uri="{FF2B5EF4-FFF2-40B4-BE49-F238E27FC236}">
                <a16:creationId xmlns:a16="http://schemas.microsoft.com/office/drawing/2014/main" id="{0BE13636-D998-4A75-8C1B-EDBD9E57DC6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6672E4D5-7CCB-4D76-86FF-83359027DB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19401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08D74AC-B125-4E11-BA53-E9E383966D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9DC76EBE-FB9D-4054-B5D8-19E3EAFE40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7DA568B4-06BE-42A6-A5B6-A0FC251DAE0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userDrawn="1">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ACC85BFE-0D03-41B5-87E4-5FA667FA55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userDrawn="1">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useBgFill="1">
        <p:nvSpPr>
          <p:cNvPr id="17" name="Rectangle 16">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Free Thank You PPT template - SlideBazaar">
            <a:extLst>
              <a:ext uri="{FF2B5EF4-FFF2-40B4-BE49-F238E27FC236}">
                <a16:creationId xmlns:a16="http://schemas.microsoft.com/office/drawing/2014/main" id="{872BF593-C690-7148-5DB7-3DA6B44E3B42}"/>
              </a:ext>
            </a:extLst>
          </p:cNvPr>
          <p:cNvPicPr>
            <a:picLocks noChangeAspect="1"/>
          </p:cNvPicPr>
          <p:nvPr/>
        </p:nvPicPr>
        <p:blipFill>
          <a:blip r:embed="rId2"/>
          <a:srcRect/>
          <a:stretch>
            <a:fillRect/>
          </a:stretch>
        </p:blipFill>
        <p:spPr>
          <a:xfrm>
            <a:off x="20" y="10"/>
            <a:ext cx="12191980" cy="6857987"/>
          </a:xfrm>
          <a:prstGeom prst="rect">
            <a:avLst/>
          </a:prstGeom>
        </p:spPr>
      </p:pic>
    </p:spTree>
    <p:extLst>
      <p:ext uri="{BB962C8B-B14F-4D97-AF65-F5344CB8AC3E}">
        <p14:creationId xmlns:p14="http://schemas.microsoft.com/office/powerpoint/2010/main" val="417581274"/>
      </p:ext>
    </p:extLst>
  </p:cSld>
  <p:clrMapOvr>
    <a:masterClrMapping/>
  </p:clrMapOvr>
</p:sld>
</file>

<file path=ppt/theme/theme1.xml><?xml version="1.0" encoding="utf-8"?>
<a:theme xmlns:a="http://schemas.openxmlformats.org/drawingml/2006/main" name="LevelVTI">
  <a:themeElements>
    <a:clrScheme name="Custom 88">
      <a:dk1>
        <a:sysClr val="windowText" lastClr="000000"/>
      </a:dk1>
      <a:lt1>
        <a:sysClr val="window" lastClr="FFFFFF"/>
      </a:lt1>
      <a:dk2>
        <a:srgbClr val="182230"/>
      </a:dk2>
      <a:lt2>
        <a:srgbClr val="F2F2F2"/>
      </a:lt2>
      <a:accent1>
        <a:srgbClr val="00BAC8"/>
      </a:accent1>
      <a:accent2>
        <a:srgbClr val="794DFF"/>
      </a:accent2>
      <a:accent3>
        <a:srgbClr val="00D17D"/>
      </a:accent3>
      <a:accent4>
        <a:srgbClr val="E69500"/>
      </a:accent4>
      <a:accent5>
        <a:srgbClr val="FE5D21"/>
      </a:accent5>
      <a:accent6>
        <a:srgbClr val="939393"/>
      </a:accent6>
      <a:hlink>
        <a:srgbClr val="3E8FF1"/>
      </a:hlink>
      <a:folHlink>
        <a:srgbClr val="939393"/>
      </a:folHlink>
    </a:clrScheme>
    <a:fontScheme name="Seaford">
      <a:majorFont>
        <a:latin typeface="Seaford"/>
        <a:ea typeface=""/>
        <a:cs typeface=""/>
      </a:majorFont>
      <a:minorFont>
        <a:latin typeface="Seafor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velVTI" id="{64F43929-0387-4D33-907F-72B939BCAF99}" vid="{D804DF84-3298-4A39-BA0E-21F83D68BC2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LevelVTI</vt:lpstr>
      <vt:lpstr>Case Studies of Major Cybersecurity Breaches and Lessons Learned</vt:lpstr>
      <vt:lpstr>A breach is an incident where an unauthorized person, group, or system gains access to data, networks, devices, or digital services that they are not supposed to access.</vt:lpstr>
      <vt:lpstr>PowerPoint Presentation</vt:lpstr>
      <vt:lpstr>US OPM Breach (2015) </vt:lpstr>
      <vt:lpstr>Timeline</vt:lpstr>
      <vt:lpstr>1. Credential Theft Attackers used credentials from a government contractor, giving them a foothold in the network. </vt:lpstr>
      <vt:lpstr>Who was the Threat actor and Lessons Learned</vt:lpstr>
      <vt:lpstr>Equifax Data Breach (2017)</vt:lpstr>
      <vt:lpstr>Timeline of Events</vt:lpstr>
      <vt:lpstr>How the Equifax attack worked</vt:lpstr>
      <vt:lpstr>Lessons Learned, Attackers Revealed &amp; Outcome</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84</cp:revision>
  <dcterms:created xsi:type="dcterms:W3CDTF">2025-11-19T17:51:01Z</dcterms:created>
  <dcterms:modified xsi:type="dcterms:W3CDTF">2025-11-21T15:29:28Z</dcterms:modified>
</cp:coreProperties>
</file>